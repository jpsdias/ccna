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notesMasterIdLst>
    <p:notesMasterId r:id="rId65"/>
  </p:notesMasterIdLst>
  <p:sldIdLst>
    <p:sldId id="306" r:id="rId2"/>
    <p:sldId id="316" r:id="rId3"/>
    <p:sldId id="312" r:id="rId4"/>
    <p:sldId id="384" r:id="rId5"/>
    <p:sldId id="318" r:id="rId6"/>
    <p:sldId id="319" r:id="rId7"/>
    <p:sldId id="428" r:id="rId8"/>
    <p:sldId id="321" r:id="rId9"/>
    <p:sldId id="320" r:id="rId10"/>
    <p:sldId id="397" r:id="rId11"/>
    <p:sldId id="398" r:id="rId12"/>
    <p:sldId id="385" r:id="rId13"/>
    <p:sldId id="322" r:id="rId14"/>
    <p:sldId id="323" r:id="rId15"/>
    <p:sldId id="400" r:id="rId16"/>
    <p:sldId id="324" r:id="rId17"/>
    <p:sldId id="325" r:id="rId18"/>
    <p:sldId id="401" r:id="rId19"/>
    <p:sldId id="402" r:id="rId20"/>
    <p:sldId id="386" r:id="rId21"/>
    <p:sldId id="403" r:id="rId22"/>
    <p:sldId id="404" r:id="rId23"/>
    <p:sldId id="405" r:id="rId24"/>
    <p:sldId id="329" r:id="rId25"/>
    <p:sldId id="406" r:id="rId26"/>
    <p:sldId id="407" r:id="rId27"/>
    <p:sldId id="408" r:id="rId28"/>
    <p:sldId id="387" r:id="rId29"/>
    <p:sldId id="409" r:id="rId30"/>
    <p:sldId id="410" r:id="rId31"/>
    <p:sldId id="411" r:id="rId32"/>
    <p:sldId id="413" r:id="rId33"/>
    <p:sldId id="414" r:id="rId34"/>
    <p:sldId id="335" r:id="rId35"/>
    <p:sldId id="415" r:id="rId36"/>
    <p:sldId id="416" r:id="rId37"/>
    <p:sldId id="417" r:id="rId38"/>
    <p:sldId id="432" r:id="rId39"/>
    <p:sldId id="418" r:id="rId40"/>
    <p:sldId id="419" r:id="rId41"/>
    <p:sldId id="388" r:id="rId42"/>
    <p:sldId id="420" r:id="rId43"/>
    <p:sldId id="433" r:id="rId44"/>
    <p:sldId id="434" r:id="rId45"/>
    <p:sldId id="421" r:id="rId46"/>
    <p:sldId id="435" r:id="rId47"/>
    <p:sldId id="423" r:id="rId48"/>
    <p:sldId id="436" r:id="rId49"/>
    <p:sldId id="437" r:id="rId50"/>
    <p:sldId id="422" r:id="rId51"/>
    <p:sldId id="438" r:id="rId52"/>
    <p:sldId id="426" r:id="rId53"/>
    <p:sldId id="424" r:id="rId54"/>
    <p:sldId id="439" r:id="rId55"/>
    <p:sldId id="326" r:id="rId56"/>
    <p:sldId id="440" r:id="rId57"/>
    <p:sldId id="441" r:id="rId58"/>
    <p:sldId id="425" r:id="rId59"/>
    <p:sldId id="427" r:id="rId60"/>
    <p:sldId id="431" r:id="rId61"/>
    <p:sldId id="442" r:id="rId62"/>
    <p:sldId id="383" r:id="rId63"/>
    <p:sldId id="303" r:id="rId64"/>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5153"/>
    <a:srgbClr val="8A8A8A"/>
    <a:srgbClr val="6B6B6B"/>
    <a:srgbClr val="264DAE"/>
    <a:srgbClr val="4ADAD7"/>
    <a:srgbClr val="90A3A6"/>
    <a:srgbClr val="EDDFF5"/>
    <a:srgbClr val="493B93"/>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9780" autoAdjust="0"/>
    <p:restoredTop sz="92497" autoAdjust="0"/>
  </p:normalViewPr>
  <p:slideViewPr>
    <p:cSldViewPr snapToGrid="0">
      <p:cViewPr varScale="1">
        <p:scale>
          <a:sx n="118" d="100"/>
          <a:sy n="118" d="100"/>
        </p:scale>
        <p:origin x="102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5138"/>
          </a:xfrm>
          <a:prstGeom prst="rect">
            <a:avLst/>
          </a:prstGeom>
        </p:spPr>
        <p:txBody>
          <a:bodyPr vert="horz" lIns="91440" tIns="45720" rIns="91440" bIns="45720" rtlCol="0"/>
          <a:lstStyle>
            <a:lvl1pPr algn="r">
              <a:defRPr sz="1200"/>
            </a:lvl1pPr>
          </a:lstStyle>
          <a:p>
            <a:fld id="{0AD33006-993C-46CE-BE81-A42F2D8A6269}" type="datetimeFigureOut">
              <a:rPr lang="en-US" smtClean="0"/>
              <a:t>6/19/2020</a:t>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675"/>
            <a:ext cx="2971800"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675"/>
            <a:ext cx="2971800" cy="465138"/>
          </a:xfrm>
          <a:prstGeom prst="rect">
            <a:avLst/>
          </a:prstGeom>
        </p:spPr>
        <p:txBody>
          <a:bodyPr vert="horz" lIns="91440" tIns="45720" rIns="91440" bIns="45720" rtlCol="0" anchor="b"/>
          <a:lstStyle>
            <a:lvl1pPr algn="r">
              <a:defRPr sz="1200"/>
            </a:lvl1pPr>
          </a:lstStyle>
          <a:p>
            <a:fld id="{AC72CD79-D36A-4E01-AE1C-064887FE954D}" type="slidenum">
              <a:rPr lang="en-US" smtClean="0"/>
              <a:t>‹#›</a:t>
            </a:fld>
            <a:endParaRPr lang="en-US"/>
          </a:p>
        </p:txBody>
      </p:sp>
    </p:spTree>
    <p:extLst>
      <p:ext uri="{BB962C8B-B14F-4D97-AF65-F5344CB8AC3E}">
        <p14:creationId xmlns:p14="http://schemas.microsoft.com/office/powerpoint/2010/main" val="2104272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8.1.1.1 Introducing</a:t>
            </a:r>
            <a:r>
              <a:rPr lang="en-US" baseline="0" dirty="0" smtClean="0"/>
              <a:t> VPNs</a:t>
            </a:r>
            <a:endParaRPr lang="en-US" dirty="0" smtClean="0"/>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8.1.1.2 </a:t>
            </a:r>
            <a:r>
              <a:rPr lang="en-US" sz="1200" dirty="0" smtClean="0"/>
              <a:t>Layer 3 IPsec VPNs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8.1.2.1 Two Types of VPNs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8.1.2.2</a:t>
            </a:r>
            <a:r>
              <a:rPr lang="en-US" baseline="0" dirty="0" smtClean="0"/>
              <a:t> </a:t>
            </a:r>
            <a:r>
              <a:rPr lang="en-US" sz="1200" dirty="0" smtClean="0"/>
              <a:t>Components of Remote-Access VPNs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8.1.2.3 </a:t>
            </a:r>
            <a:r>
              <a:rPr lang="en-US" sz="1200" dirty="0" smtClean="0"/>
              <a:t>Components of Site-to-Site VPNs</a:t>
            </a:r>
          </a:p>
          <a:p>
            <a:r>
              <a:rPr lang="en-US" sz="1200" dirty="0" smtClean="0"/>
              <a:t>8.1.2.4 Activity – Compare</a:t>
            </a:r>
            <a:r>
              <a:rPr lang="en-US" sz="1200" baseline="0" dirty="0" smtClean="0"/>
              <a:t> Remote-Access and Site-to-Site VPNs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8.2.1.1 </a:t>
            </a:r>
            <a:r>
              <a:rPr lang="en-US" smtClean="0"/>
              <a:t>IPsec</a:t>
            </a:r>
            <a:r>
              <a:rPr lang="en-US" baseline="0" smtClean="0"/>
              <a:t> Technologies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8.2.1.2</a:t>
            </a:r>
            <a:r>
              <a:rPr lang="en-US" baseline="0" dirty="0" smtClean="0"/>
              <a:t> Confidentiality</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8.2.1.2</a:t>
            </a:r>
            <a:r>
              <a:rPr lang="en-US" baseline="0" dirty="0" smtClean="0"/>
              <a:t> Confidentiality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8.2.1.3 Integrity</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8.2.1.4 Authentication</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8.2.1.4 Authentication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http://www.watchguard.com/help/docs/wsm/xtm_11/en-US/index.html#cshid=en-US/bovpn/manual/diffie_hellman_c.html</a:t>
            </a:r>
          </a:p>
          <a:p>
            <a:endParaRPr lang="en-US" dirty="0" smtClean="0"/>
          </a:p>
          <a:p>
            <a:r>
              <a:rPr lang="en-US" sz="1200" b="0" i="0" kern="1200" dirty="0" err="1" smtClean="0">
                <a:solidFill>
                  <a:schemeClr val="tx1"/>
                </a:solidFill>
                <a:effectLst/>
                <a:latin typeface="+mn-lt"/>
                <a:ea typeface="+mn-ea"/>
                <a:cs typeface="+mn-cs"/>
              </a:rPr>
              <a:t>Diffie</a:t>
            </a:r>
            <a:r>
              <a:rPr lang="en-US" sz="1200" b="0" i="0" kern="1200" dirty="0" smtClean="0">
                <a:solidFill>
                  <a:schemeClr val="tx1"/>
                </a:solidFill>
                <a:effectLst/>
                <a:latin typeface="+mn-lt"/>
                <a:ea typeface="+mn-ea"/>
                <a:cs typeface="+mn-cs"/>
              </a:rPr>
              <a:t>-Hellman (DH) groups determine the strength of the key used in the key exchange process. Higher group numbers are more secure, but require additional time to compute the key.</a:t>
            </a:r>
          </a:p>
          <a:p>
            <a:r>
              <a:rPr lang="en-US" sz="1200" b="0" i="0" kern="1200" dirty="0" smtClean="0">
                <a:solidFill>
                  <a:schemeClr val="tx1"/>
                </a:solidFill>
                <a:effectLst/>
                <a:latin typeface="+mn-lt"/>
                <a:ea typeface="+mn-ea"/>
                <a:cs typeface="+mn-cs"/>
              </a:rPr>
              <a:t>DH Group 1: 768-bit group</a:t>
            </a:r>
          </a:p>
          <a:p>
            <a:r>
              <a:rPr lang="en-US" sz="1200" b="0" i="0" kern="1200" dirty="0" smtClean="0">
                <a:solidFill>
                  <a:schemeClr val="tx1"/>
                </a:solidFill>
                <a:effectLst/>
                <a:latin typeface="+mn-lt"/>
                <a:ea typeface="+mn-ea"/>
                <a:cs typeface="+mn-cs"/>
              </a:rPr>
              <a:t>DH Group 2: 1024-bit group</a:t>
            </a:r>
          </a:p>
          <a:p>
            <a:r>
              <a:rPr lang="en-US" sz="1200" b="0" i="0" kern="1200" dirty="0" smtClean="0">
                <a:solidFill>
                  <a:schemeClr val="tx1"/>
                </a:solidFill>
                <a:effectLst/>
                <a:latin typeface="+mn-lt"/>
                <a:ea typeface="+mn-ea"/>
                <a:cs typeface="+mn-cs"/>
              </a:rPr>
              <a:t>DH Group 5: 1536-bit group</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8.2.2.1</a:t>
            </a:r>
            <a:r>
              <a:rPr lang="en-US" sz="1200" baseline="0" dirty="0" smtClean="0"/>
              <a:t> IPsec Protocol Overview</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8.2.2.2</a:t>
            </a:r>
            <a:r>
              <a:rPr lang="en-US" sz="1200" baseline="0" dirty="0" smtClean="0"/>
              <a:t> Authentication Header</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8.2.2.2</a:t>
            </a:r>
            <a:r>
              <a:rPr lang="en-US" sz="1200" baseline="0" dirty="0" smtClean="0"/>
              <a:t> Authentication Header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8.2.2.3</a:t>
            </a:r>
            <a:r>
              <a:rPr lang="en-US" baseline="0" dirty="0" smtClean="0"/>
              <a:t> ESP</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8.2.2.4</a:t>
            </a:r>
            <a:r>
              <a:rPr lang="en-US" baseline="0" dirty="0" smtClean="0"/>
              <a:t> ESP Encrypts and Authenticates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Transport mode provides the protection of our data, also known as IP Payload, and consists of TCP/UDP header + Data, through an AH or ESP header. The payload is encapsulated by the </a:t>
            </a:r>
            <a:r>
              <a:rPr lang="en-US" sz="1200" b="0" i="0" kern="1200" dirty="0" err="1" smtClean="0">
                <a:solidFill>
                  <a:schemeClr val="tx1"/>
                </a:solidFill>
                <a:effectLst/>
                <a:latin typeface="+mn-lt"/>
                <a:ea typeface="+mn-ea"/>
                <a:cs typeface="+mn-cs"/>
              </a:rPr>
              <a:t>IPSec</a:t>
            </a:r>
            <a:r>
              <a:rPr lang="en-US" sz="1200" b="0" i="0" kern="1200" dirty="0" smtClean="0">
                <a:solidFill>
                  <a:schemeClr val="tx1"/>
                </a:solidFill>
                <a:effectLst/>
                <a:latin typeface="+mn-lt"/>
                <a:ea typeface="+mn-ea"/>
                <a:cs typeface="+mn-cs"/>
              </a:rPr>
              <a:t> headers and trailers. The original IP headers remain intact, except that the IP protocol field is changed to ESP (50) or AH (51), and the original protocol value is saved in the IPsec trailer to be restored when the packet is decrypted.</a:t>
            </a:r>
          </a:p>
          <a:p>
            <a:r>
              <a:rPr lang="en-US" sz="1200" b="0" i="0" kern="1200" dirty="0" err="1" smtClean="0">
                <a:solidFill>
                  <a:schemeClr val="tx1"/>
                </a:solidFill>
                <a:effectLst/>
                <a:latin typeface="+mn-lt"/>
                <a:ea typeface="+mn-ea"/>
                <a:cs typeface="+mn-cs"/>
              </a:rPr>
              <a:t>IPSec</a:t>
            </a:r>
            <a:r>
              <a:rPr lang="en-US" sz="1200" b="0" i="0" kern="1200" dirty="0" smtClean="0">
                <a:solidFill>
                  <a:schemeClr val="tx1"/>
                </a:solidFill>
                <a:effectLst/>
                <a:latin typeface="+mn-lt"/>
                <a:ea typeface="+mn-ea"/>
                <a:cs typeface="+mn-cs"/>
              </a:rPr>
              <a:t> transport mode is usually used when another tunneling protocol (like GRE) is used to first encapsulate the IP data packet, then </a:t>
            </a:r>
            <a:r>
              <a:rPr lang="en-US" sz="1200" b="0" i="0" kern="1200" dirty="0" err="1" smtClean="0">
                <a:solidFill>
                  <a:schemeClr val="tx1"/>
                </a:solidFill>
                <a:effectLst/>
                <a:latin typeface="+mn-lt"/>
                <a:ea typeface="+mn-ea"/>
                <a:cs typeface="+mn-cs"/>
              </a:rPr>
              <a:t>IPSec</a:t>
            </a:r>
            <a:r>
              <a:rPr lang="en-US" sz="1200" b="0" i="0" kern="1200" dirty="0" smtClean="0">
                <a:solidFill>
                  <a:schemeClr val="tx1"/>
                </a:solidFill>
                <a:effectLst/>
                <a:latin typeface="+mn-lt"/>
                <a:ea typeface="+mn-ea"/>
                <a:cs typeface="+mn-cs"/>
              </a:rPr>
              <a:t> is used to protect the GRE tunnel packets. </a:t>
            </a:r>
            <a:r>
              <a:rPr lang="en-US" sz="1200" b="0" i="0" kern="1200" dirty="0" err="1" smtClean="0">
                <a:solidFill>
                  <a:schemeClr val="tx1"/>
                </a:solidFill>
                <a:effectLst/>
                <a:latin typeface="+mn-lt"/>
                <a:ea typeface="+mn-ea"/>
                <a:cs typeface="+mn-cs"/>
              </a:rPr>
              <a:t>IPSec</a:t>
            </a:r>
            <a:r>
              <a:rPr lang="en-US" sz="1200" b="0" i="0" kern="1200" dirty="0" smtClean="0">
                <a:solidFill>
                  <a:schemeClr val="tx1"/>
                </a:solidFill>
                <a:effectLst/>
                <a:latin typeface="+mn-lt"/>
                <a:ea typeface="+mn-ea"/>
                <a:cs typeface="+mn-cs"/>
              </a:rPr>
              <a:t> protects the GRE tunnel traffic in transport mode.</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26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8.2.2.5</a:t>
            </a:r>
            <a:r>
              <a:rPr lang="en-US" baseline="0" dirty="0" smtClean="0"/>
              <a:t> Transport and Tunnel Modes (Cont.)</a:t>
            </a:r>
          </a:p>
          <a:p>
            <a:r>
              <a:rPr lang="en-US" baseline="0" dirty="0" smtClean="0"/>
              <a:t>8.2.2.6 Activity – Compare AH and ESP</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8.2.3.1 The IKE Protocol</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ISAKMP - Internet Security Association and Key Management Protocol</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8.2.3.3 Phase</a:t>
            </a:r>
            <a:r>
              <a:rPr lang="en-US" baseline="0" dirty="0" smtClean="0"/>
              <a:t> 2: Negotiating </a:t>
            </a:r>
            <a:r>
              <a:rPr lang="en-US" baseline="0" dirty="0" err="1" smtClean="0"/>
              <a:t>Sas</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8.2.3.4</a:t>
            </a:r>
            <a:r>
              <a:rPr lang="en-US" baseline="0" dirty="0" smtClean="0"/>
              <a:t> Video Tutorial – IKE Phase 1 and Phase 2</a:t>
            </a:r>
            <a:endParaRPr lang="en-US" dirty="0" smtClean="0"/>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8.3.1.1 IPsec Negotiation</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8.3.1.1 IPsec Negotiation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8.3.1.2 Site-to-Site IPsec</a:t>
            </a:r>
            <a:r>
              <a:rPr lang="en-US" baseline="0" dirty="0" smtClean="0"/>
              <a:t> VPN Topology</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8.3.1.3 IPsec</a:t>
            </a:r>
            <a:r>
              <a:rPr lang="en-US" baseline="0" dirty="0" smtClean="0"/>
              <a:t> VPN Configuration Tasks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8.3.1.4 Existing ACL Configurations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8.3.1.4 Existing ACL Configurations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8.3.1.5 Introduction to GRE Tunnels</a:t>
            </a:r>
          </a:p>
          <a:p>
            <a:r>
              <a:rPr lang="en-US" dirty="0" smtClean="0"/>
              <a:t>8.3.1.6 Activity – Order the IPsec Negotiation Steps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8.3.2.1 </a:t>
            </a:r>
            <a:r>
              <a:rPr lang="en-US" sz="1200" dirty="0" smtClean="0"/>
              <a:t>The Default ISAKMP Policies</a:t>
            </a:r>
            <a:endParaRPr lang="en-US" strike="sngStrike" dirty="0"/>
          </a:p>
        </p:txBody>
      </p:sp>
      <p:sp>
        <p:nvSpPr>
          <p:cNvPr id="4" name="Slide Number Placeholder 3"/>
          <p:cNvSpPr>
            <a:spLocks noGrp="1"/>
          </p:cNvSpPr>
          <p:nvPr>
            <p:ph type="sldNum" sz="quarter" idx="10"/>
          </p:nvPr>
        </p:nvSpPr>
        <p:spPr/>
        <p:txBody>
          <a:bodyPr/>
          <a:lstStyle/>
          <a:p>
            <a:fld id="{AC72CD79-D36A-4E01-AE1C-064887FE954D}" type="slidenum">
              <a:rPr lang="en-US" smtClean="0"/>
              <a:t>42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8.3.2.2</a:t>
            </a:r>
            <a:r>
              <a:rPr lang="en-US" baseline="0" dirty="0" smtClean="0"/>
              <a:t> Syntax to Configure a New ISAKMP Policy</a:t>
            </a:r>
            <a:endParaRPr lang="en-US" strike="sngStrike" dirty="0"/>
          </a:p>
        </p:txBody>
      </p:sp>
      <p:sp>
        <p:nvSpPr>
          <p:cNvPr id="4" name="Slide Number Placeholder 3"/>
          <p:cNvSpPr>
            <a:spLocks noGrp="1"/>
          </p:cNvSpPr>
          <p:nvPr>
            <p:ph type="sldNum" sz="quarter" idx="10"/>
          </p:nvPr>
        </p:nvSpPr>
        <p:spPr/>
        <p:txBody>
          <a:bodyPr/>
          <a:lstStyle/>
          <a:p>
            <a:fld id="{AC72CD79-D36A-4E01-AE1C-064887FE954D}" type="slidenum">
              <a:rPr lang="en-US" smtClean="0"/>
              <a:t>43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8.3.2.3</a:t>
            </a:r>
            <a:r>
              <a:rPr lang="en-US" baseline="0" dirty="0" smtClean="0"/>
              <a:t> XYZCORP ISAKMP Policy Configuration</a:t>
            </a:r>
            <a:endParaRPr lang="en-US" strike="sngStrike" dirty="0"/>
          </a:p>
        </p:txBody>
      </p:sp>
      <p:sp>
        <p:nvSpPr>
          <p:cNvPr id="4" name="Slide Number Placeholder 3"/>
          <p:cNvSpPr>
            <a:spLocks noGrp="1"/>
          </p:cNvSpPr>
          <p:nvPr>
            <p:ph type="sldNum" sz="quarter" idx="10"/>
          </p:nvPr>
        </p:nvSpPr>
        <p:spPr/>
        <p:txBody>
          <a:bodyPr/>
          <a:lstStyle/>
          <a:p>
            <a:fld id="{AC72CD79-D36A-4E01-AE1C-064887FE954D}" type="slidenum">
              <a:rPr lang="en-US" smtClean="0"/>
              <a:t>44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8.3.2.4 </a:t>
            </a:r>
            <a:r>
              <a:rPr lang="en-US" sz="1200" dirty="0" smtClean="0"/>
              <a:t>Configuring a Pre-Shared Key</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8.3.2.4 </a:t>
            </a:r>
            <a:r>
              <a:rPr lang="en-US" sz="1200" dirty="0" smtClean="0"/>
              <a:t>Configuring a Pre-shared Key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8.3.3.1 </a:t>
            </a:r>
            <a:r>
              <a:rPr lang="en-US" sz="1200" dirty="0" smtClean="0"/>
              <a:t>Define</a:t>
            </a:r>
            <a:r>
              <a:rPr lang="en-US" sz="1200" baseline="0" dirty="0" smtClean="0"/>
              <a:t> Interesting Traffic</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8.3.3.1 </a:t>
            </a:r>
            <a:r>
              <a:rPr lang="en-US" sz="1200" dirty="0" smtClean="0"/>
              <a:t>Define</a:t>
            </a:r>
            <a:r>
              <a:rPr lang="en-US" sz="1200" baseline="0" dirty="0" smtClean="0"/>
              <a:t> Interesting Traffic (Cont.)</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8.3.3.2</a:t>
            </a:r>
            <a:r>
              <a:rPr lang="en-US" baseline="0" dirty="0" smtClean="0"/>
              <a:t> Configure IPsec Transform Set</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8.3.3.2</a:t>
            </a:r>
            <a:r>
              <a:rPr lang="en-US" baseline="0" dirty="0" smtClean="0"/>
              <a:t> Configure IPsec Transform Set (Cont.)</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8.3.4.1</a:t>
            </a:r>
            <a:r>
              <a:rPr lang="en-US" baseline="0" dirty="0" smtClean="0"/>
              <a:t> Syntax to Configure a Crypto Map</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8.3.4.1</a:t>
            </a:r>
            <a:r>
              <a:rPr lang="en-US" baseline="0" dirty="0" smtClean="0"/>
              <a:t> Syntax to Configure a Crypto Map (Cont.)</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8.3.4.2 </a:t>
            </a:r>
            <a:r>
              <a:rPr lang="en-US" sz="1200" dirty="0" smtClean="0"/>
              <a:t>XYZCORP Crypto Map Configuration</a:t>
            </a:r>
          </a:p>
        </p:txBody>
      </p:sp>
      <p:sp>
        <p:nvSpPr>
          <p:cNvPr id="4" name="Slide Number Placeholder 3"/>
          <p:cNvSpPr>
            <a:spLocks noGrp="1"/>
          </p:cNvSpPr>
          <p:nvPr>
            <p:ph type="sldNum" sz="quarter" idx="10"/>
          </p:nvPr>
        </p:nvSpPr>
        <p:spPr/>
        <p:txBody>
          <a:bodyPr/>
          <a:lstStyle/>
          <a:p>
            <a:fld id="{AC72CD79-D36A-4E01-AE1C-064887FE954D}" type="slidenum">
              <a:rPr lang="en-US" smtClean="0"/>
              <a:t>55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8.3.4.2 </a:t>
            </a:r>
            <a:r>
              <a:rPr lang="en-US" sz="1200" dirty="0" smtClean="0"/>
              <a:t>XYZCORP Crypto Map Configuration (Cont.)</a:t>
            </a:r>
          </a:p>
        </p:txBody>
      </p:sp>
      <p:sp>
        <p:nvSpPr>
          <p:cNvPr id="4" name="Slide Number Placeholder 3"/>
          <p:cNvSpPr>
            <a:spLocks noGrp="1"/>
          </p:cNvSpPr>
          <p:nvPr>
            <p:ph type="sldNum" sz="quarter" idx="10"/>
          </p:nvPr>
        </p:nvSpPr>
        <p:spPr/>
        <p:txBody>
          <a:bodyPr/>
          <a:lstStyle/>
          <a:p>
            <a:fld id="{AC72CD79-D36A-4E01-AE1C-064887FE954D}" type="slidenum">
              <a:rPr lang="en-US" smtClean="0"/>
              <a:t>56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8.3.4.3</a:t>
            </a:r>
            <a:r>
              <a:rPr lang="en-US" sz="1200" baseline="0" dirty="0" smtClean="0"/>
              <a:t> Apply the Crypto Map</a:t>
            </a:r>
          </a:p>
        </p:txBody>
      </p:sp>
      <p:sp>
        <p:nvSpPr>
          <p:cNvPr id="4" name="Slide Number Placeholder 3"/>
          <p:cNvSpPr>
            <a:spLocks noGrp="1"/>
          </p:cNvSpPr>
          <p:nvPr>
            <p:ph type="sldNum" sz="quarter" idx="10"/>
          </p:nvPr>
        </p:nvSpPr>
        <p:spPr/>
        <p:txBody>
          <a:bodyPr/>
          <a:lstStyle/>
          <a:p>
            <a:fld id="{AC72CD79-D36A-4E01-AE1C-064887FE954D}" type="slidenum">
              <a:rPr lang="en-US" smtClean="0"/>
              <a:t>57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8.3.5.1 </a:t>
            </a:r>
            <a:r>
              <a:rPr lang="en-US" sz="1200" dirty="0" smtClean="0"/>
              <a:t>Send Interesting Traffic</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8.3.5.2 </a:t>
            </a:r>
            <a:r>
              <a:rPr lang="en-US" sz="1200" dirty="0" smtClean="0"/>
              <a:t>Verify ISAKMP</a:t>
            </a:r>
            <a:r>
              <a:rPr lang="en-US" sz="1200" baseline="0" dirty="0" smtClean="0"/>
              <a:t> and IPsec Tunnels</a:t>
            </a:r>
          </a:p>
        </p:txBody>
      </p:sp>
      <p:sp>
        <p:nvSpPr>
          <p:cNvPr id="4" name="Slide Number Placeholder 3"/>
          <p:cNvSpPr>
            <a:spLocks noGrp="1"/>
          </p:cNvSpPr>
          <p:nvPr>
            <p:ph type="sldNum" sz="quarter" idx="10"/>
          </p:nvPr>
        </p:nvSpPr>
        <p:spPr/>
        <p:txBody>
          <a:bodyPr/>
          <a:lstStyle/>
          <a:p>
            <a:fld id="{AC72CD79-D36A-4E01-AE1C-064887FE954D}" type="slidenum">
              <a:rPr lang="en-US" smtClean="0"/>
              <a:t>59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8.3.5.2 </a:t>
            </a:r>
            <a:r>
              <a:rPr lang="en-US" sz="1200" dirty="0" smtClean="0"/>
              <a:t>Verify ISAKMP</a:t>
            </a:r>
            <a:r>
              <a:rPr lang="en-US" sz="1200" baseline="0" dirty="0" smtClean="0"/>
              <a:t> and IPsec Tunnels</a:t>
            </a:r>
          </a:p>
        </p:txBody>
      </p:sp>
      <p:sp>
        <p:nvSpPr>
          <p:cNvPr id="4" name="Slide Number Placeholder 3"/>
          <p:cNvSpPr>
            <a:spLocks noGrp="1"/>
          </p:cNvSpPr>
          <p:nvPr>
            <p:ph type="sldNum" sz="quarter" idx="10"/>
          </p:nvPr>
        </p:nvSpPr>
        <p:spPr/>
        <p:txBody>
          <a:bodyPr/>
          <a:lstStyle/>
          <a:p>
            <a:fld id="{AC72CD79-D36A-4E01-AE1C-064887FE954D}" type="slidenum">
              <a:rPr lang="en-US" smtClean="0"/>
              <a:t>60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8.3.5.2 </a:t>
            </a:r>
            <a:r>
              <a:rPr lang="en-US" sz="1200" dirty="0" smtClean="0"/>
              <a:t>Verify ISAKMP</a:t>
            </a:r>
            <a:r>
              <a:rPr lang="en-US" sz="1200" baseline="0" dirty="0" smtClean="0"/>
              <a:t> and IPsec Tunnels (Cont.)</a:t>
            </a:r>
          </a:p>
        </p:txBody>
      </p:sp>
      <p:sp>
        <p:nvSpPr>
          <p:cNvPr id="4" name="Slide Number Placeholder 3"/>
          <p:cNvSpPr>
            <a:spLocks noGrp="1"/>
          </p:cNvSpPr>
          <p:nvPr>
            <p:ph type="sldNum" sz="quarter" idx="10"/>
          </p:nvPr>
        </p:nvSpPr>
        <p:spPr/>
        <p:txBody>
          <a:bodyPr/>
          <a:lstStyle/>
          <a:p>
            <a:fld id="{AC72CD79-D36A-4E01-AE1C-064887FE954D}" type="slidenum">
              <a:rPr lang="en-US" smtClean="0"/>
              <a:t>61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8.4.1.1 Video Demonstration – Site-to-Site IPsec VPN Configuration</a:t>
            </a:r>
          </a:p>
          <a:p>
            <a:r>
              <a:rPr lang="en-US" dirty="0" smtClean="0"/>
              <a:t>8.4.1.2 Packet Tracer – Configure and Verify a Site-to-Site IPsec VPN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8.4.1.3 Lab – Configuring</a:t>
            </a:r>
            <a:r>
              <a:rPr lang="en-US" baseline="0" dirty="0" smtClean="0"/>
              <a:t> a Site-to-Site VPN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8.4.1.4 Chapter 8: Implementing Virtual</a:t>
            </a:r>
            <a:r>
              <a:rPr lang="en-US" baseline="0" dirty="0" smtClean="0"/>
              <a:t> Private Networks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AC72CD79-D36A-4E01-AE1C-064887FE954D}" type="slidenum">
              <a:rPr lang="en-US" smtClean="0"/>
              <a:t>62</a:t>
            </a:fld>
            <a:endParaRPr lang="en-US"/>
          </a:p>
        </p:txBody>
      </p:sp>
    </p:spTree>
    <p:extLst>
      <p:ext uri="{BB962C8B-B14F-4D97-AF65-F5344CB8AC3E}">
        <p14:creationId xmlns:p14="http://schemas.microsoft.com/office/powerpoint/2010/main" val="21189181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Subtitle 2"/>
          <p:cNvSpPr>
            <a:spLocks noGrp="1"/>
          </p:cNvSpPr>
          <p:nvPr>
            <p:ph type="subTitle" idx="1" hasCustomPrompt="1"/>
          </p:nvPr>
        </p:nvSpPr>
        <p:spPr>
          <a:xfrm>
            <a:off x="236383" y="4464066"/>
            <a:ext cx="3657600" cy="384721"/>
          </a:xfrm>
        </p:spPr>
        <p:txBody>
          <a:bodyPr wrap="square">
            <a:spAutoFit/>
          </a:bodyPr>
          <a:lstStyle>
            <a:lvl1pPr marL="0" marR="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lang="en-US" sz="2000" kern="1200" dirty="0">
                <a:solidFill>
                  <a:schemeClr val="bg1"/>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a:pPr>
            <a:r>
              <a:rPr lang="en-US" dirty="0" smtClean="0"/>
              <a:t>Speaker Name</a:t>
            </a:r>
          </a:p>
        </p:txBody>
      </p:sp>
      <p:sp>
        <p:nvSpPr>
          <p:cNvPr id="50" name="Title 1"/>
          <p:cNvSpPr>
            <a:spLocks noGrp="1"/>
          </p:cNvSpPr>
          <p:nvPr>
            <p:ph type="ctrTitle" hasCustomPrompt="1"/>
          </p:nvPr>
        </p:nvSpPr>
        <p:spPr>
          <a:xfrm>
            <a:off x="221393" y="1248229"/>
            <a:ext cx="8112125" cy="2907239"/>
          </a:xfrm>
        </p:spPr>
        <p:txBody>
          <a:bodyPr/>
          <a:lstStyle>
            <a:lvl1pPr algn="l" defTabSz="914400" rtl="0" eaLnBrk="1" latinLnBrk="0" hangingPunct="1">
              <a:lnSpc>
                <a:spcPts val="6200"/>
              </a:lnSpc>
              <a:spcBef>
                <a:spcPct val="0"/>
              </a:spcBef>
              <a:buNone/>
              <a:defRPr lang="en-US" sz="5400" b="0" kern="1200" dirty="0">
                <a:solidFill>
                  <a:schemeClr val="bg1"/>
                </a:solidFill>
                <a:latin typeface="+mj-lt"/>
                <a:ea typeface="+mj-ea"/>
                <a:cs typeface="Arial" pitchFamily="34" charset="0"/>
              </a:defRPr>
            </a:lvl1pPr>
          </a:lstStyle>
          <a:p>
            <a:r>
              <a:rPr lang="en-US" dirty="0" smtClean="0"/>
              <a:t>Presentation Title Goes Here</a:t>
            </a:r>
            <a:endParaRPr lang="en-US" dirty="0"/>
          </a:p>
        </p:txBody>
      </p:sp>
      <p:pic>
        <p:nvPicPr>
          <p:cNvPr id="4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5912068" y="330200"/>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p:cNvSpPr>
            <a:spLocks noGrp="1"/>
          </p:cNvSpPr>
          <p:nvPr>
            <p:ph type="body" sz="quarter" idx="10" hasCustomPrompt="1"/>
          </p:nvPr>
        </p:nvSpPr>
        <p:spPr>
          <a:xfrm>
            <a:off x="236383" y="4862154"/>
            <a:ext cx="3657600" cy="355482"/>
          </a:xfrm>
        </p:spPr>
        <p:txBody>
          <a:bodyPr wrap="square">
            <a:spAutoFit/>
          </a:bodyPr>
          <a:lstStyle>
            <a:lvl1pPr marL="0" indent="0">
              <a:buFontTx/>
              <a:buNone/>
              <a:defRPr sz="1800">
                <a:solidFill>
                  <a:schemeClr val="bg1"/>
                </a:solidFill>
              </a:defRPr>
            </a:lvl1pPr>
          </a:lstStyle>
          <a:p>
            <a:pPr lvl="0"/>
            <a:r>
              <a:rPr lang="en-US" dirty="0" smtClean="0"/>
              <a:t>Speaker Title</a:t>
            </a:r>
            <a:endParaRPr lang="en-US" dirty="0"/>
          </a:p>
        </p:txBody>
      </p:sp>
      <p:sp>
        <p:nvSpPr>
          <p:cNvPr id="6" name="Text Placeholder 5"/>
          <p:cNvSpPr>
            <a:spLocks noGrp="1"/>
          </p:cNvSpPr>
          <p:nvPr>
            <p:ph type="body" sz="quarter" idx="11" hasCustomPrompt="1"/>
          </p:nvPr>
        </p:nvSpPr>
        <p:spPr>
          <a:xfrm>
            <a:off x="236382" y="5231003"/>
            <a:ext cx="3657600" cy="297004"/>
          </a:xfrm>
        </p:spPr>
        <p:txBody>
          <a:bodyPr>
            <a:spAutoFit/>
          </a:bodyPr>
          <a:lstStyle>
            <a:lvl1pPr marL="0" indent="0">
              <a:buFontTx/>
              <a:buNone/>
              <a:defRPr sz="1400">
                <a:solidFill>
                  <a:schemeClr val="bg1"/>
                </a:solidFill>
              </a:defRPr>
            </a:lvl1pPr>
          </a:lstStyle>
          <a:p>
            <a:pPr lvl="0"/>
            <a:r>
              <a:rPr lang="en-US" dirty="0" smtClean="0"/>
              <a:t>Date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Subtitle 2"/>
          <p:cNvSpPr>
            <a:spLocks noGrp="1"/>
          </p:cNvSpPr>
          <p:nvPr>
            <p:ph type="subTitle" idx="1" hasCustomPrompt="1"/>
          </p:nvPr>
        </p:nvSpPr>
        <p:spPr>
          <a:xfrm>
            <a:off x="236382" y="4464066"/>
            <a:ext cx="3657600" cy="384721"/>
          </a:xfrm>
        </p:spPr>
        <p:txBody>
          <a:bodyPr>
            <a:spAutoFit/>
          </a:bodyPr>
          <a:lstStyle>
            <a:lvl1pPr marL="0" marR="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lang="en-US" sz="2000" kern="1200" dirty="0">
                <a:solidFill>
                  <a:schemeClr val="bg1"/>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a:pPr>
            <a:r>
              <a:rPr lang="en-US" dirty="0" smtClean="0"/>
              <a:t>Speaker Name</a:t>
            </a:r>
          </a:p>
        </p:txBody>
      </p:sp>
      <p:sp>
        <p:nvSpPr>
          <p:cNvPr id="50" name="Title 1"/>
          <p:cNvSpPr>
            <a:spLocks noGrp="1"/>
          </p:cNvSpPr>
          <p:nvPr>
            <p:ph type="ctrTitle" hasCustomPrompt="1"/>
          </p:nvPr>
        </p:nvSpPr>
        <p:spPr>
          <a:xfrm>
            <a:off x="221393" y="1248229"/>
            <a:ext cx="8112125" cy="2907239"/>
          </a:xfrm>
        </p:spPr>
        <p:txBody>
          <a:bodyPr/>
          <a:lstStyle>
            <a:lvl1pPr algn="l" defTabSz="914400" rtl="0" eaLnBrk="1" latinLnBrk="0" hangingPunct="1">
              <a:lnSpc>
                <a:spcPts val="6200"/>
              </a:lnSpc>
              <a:spcBef>
                <a:spcPct val="0"/>
              </a:spcBef>
              <a:buNone/>
              <a:defRPr lang="en-US" sz="5400" b="0" kern="1200" dirty="0">
                <a:solidFill>
                  <a:schemeClr val="bg1"/>
                </a:solidFill>
                <a:latin typeface="+mj-lt"/>
                <a:ea typeface="+mj-ea"/>
                <a:cs typeface="Arial" pitchFamily="34" charset="0"/>
              </a:defRPr>
            </a:lvl1pPr>
          </a:lstStyle>
          <a:p>
            <a:r>
              <a:rPr lang="en-US" dirty="0" smtClean="0"/>
              <a:t>Presentation Title Goes Here</a:t>
            </a:r>
            <a:endParaRPr lang="en-US" dirty="0"/>
          </a:p>
        </p:txBody>
      </p:sp>
      <p:pic>
        <p:nvPicPr>
          <p:cNvPr id="4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5912068" y="330200"/>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3"/>
          <p:cNvSpPr>
            <a:spLocks noGrp="1"/>
          </p:cNvSpPr>
          <p:nvPr>
            <p:ph type="body" sz="quarter" idx="10" hasCustomPrompt="1"/>
          </p:nvPr>
        </p:nvSpPr>
        <p:spPr>
          <a:xfrm>
            <a:off x="236383" y="4862154"/>
            <a:ext cx="3657600" cy="355482"/>
          </a:xfrm>
        </p:spPr>
        <p:txBody>
          <a:bodyPr wrap="square">
            <a:spAutoFit/>
          </a:bodyPr>
          <a:lstStyle>
            <a:lvl1pPr marL="0" indent="0">
              <a:buFontTx/>
              <a:buNone/>
              <a:defRPr sz="1800">
                <a:solidFill>
                  <a:schemeClr val="bg1"/>
                </a:solidFill>
              </a:defRPr>
            </a:lvl1pPr>
          </a:lstStyle>
          <a:p>
            <a:pPr lvl="0"/>
            <a:r>
              <a:rPr lang="en-US" dirty="0" smtClean="0"/>
              <a:t>Speaker Title</a:t>
            </a:r>
            <a:endParaRPr lang="en-US" dirty="0"/>
          </a:p>
        </p:txBody>
      </p:sp>
      <p:sp>
        <p:nvSpPr>
          <p:cNvPr id="8" name="Text Placeholder 5"/>
          <p:cNvSpPr>
            <a:spLocks noGrp="1"/>
          </p:cNvSpPr>
          <p:nvPr>
            <p:ph type="body" sz="quarter" idx="11" hasCustomPrompt="1"/>
          </p:nvPr>
        </p:nvSpPr>
        <p:spPr>
          <a:xfrm>
            <a:off x="236382" y="5231003"/>
            <a:ext cx="3657600" cy="297004"/>
          </a:xfrm>
        </p:spPr>
        <p:txBody>
          <a:bodyPr>
            <a:spAutoFit/>
          </a:bodyPr>
          <a:lstStyle>
            <a:lvl1pPr marL="0" indent="0">
              <a:buFontTx/>
              <a:buNone/>
              <a:defRPr sz="1400">
                <a:solidFill>
                  <a:schemeClr val="bg1"/>
                </a:solidFill>
              </a:defRPr>
            </a:lvl1pPr>
          </a:lstStyle>
          <a:p>
            <a:pPr lvl="0"/>
            <a:r>
              <a:rPr lang="en-US" dirty="0" smtClean="0"/>
              <a:t>Date</a:t>
            </a:r>
            <a:endParaRPr lang="en-US" dirty="0"/>
          </a:p>
        </p:txBody>
      </p:sp>
    </p:spTree>
    <p:extLst>
      <p:ext uri="{BB962C8B-B14F-4D97-AF65-F5344CB8AC3E}">
        <p14:creationId xmlns:p14="http://schemas.microsoft.com/office/powerpoint/2010/main" val="1570477232"/>
      </p:ext>
    </p:extLst>
  </p:cSld>
  <p:clrMapOvr>
    <a:masterClrMapping/>
  </p:clrMapOvr>
  <p:transition>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48" name="Subtitle 2"/>
          <p:cNvSpPr>
            <a:spLocks noGrp="1"/>
          </p:cNvSpPr>
          <p:nvPr>
            <p:ph type="subTitle" idx="1" hasCustomPrompt="1"/>
          </p:nvPr>
        </p:nvSpPr>
        <p:spPr>
          <a:xfrm>
            <a:off x="236383" y="4464066"/>
            <a:ext cx="8110728" cy="384175"/>
          </a:xfrm>
          <a:noFill/>
          <a:ln w="9525">
            <a:noFill/>
            <a:miter lim="800000"/>
            <a:headEnd/>
            <a:tailEnd/>
          </a:ln>
          <a:effectLst/>
          <a:extLst>
            <a:ext uri="{909E8E84-426E-40DD-AFC4-6F175D3DCCD1}">
              <a14:hiddenFill xmlns:a14="http://schemas.microsoft.com/office/drawing/2010/main">
                <a:solidFill>
                  <a:schemeClr val="accent1"/>
                </a:solidFill>
              </a14:hiddenFill>
            </a:ext>
          </a:extLst>
        </p:spPr>
        <p:txBody>
          <a:bodyPr>
            <a:normAutofit/>
          </a:bodyPr>
          <a:lstStyle>
            <a:lvl1pPr marL="0" indent="0" algn="l">
              <a:buNone/>
              <a:defRPr lang="en-US" sz="2000" kern="1200" dirty="0">
                <a:solidFill>
                  <a:srgbClr val="493B93"/>
                </a:solidFill>
                <a:latin typeface="+mj-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smtClean="0"/>
              <a:t>Presenter Name</a:t>
            </a:r>
            <a:endParaRPr lang="en-US" dirty="0"/>
          </a:p>
        </p:txBody>
      </p:sp>
      <p:sp>
        <p:nvSpPr>
          <p:cNvPr id="50" name="Title 1"/>
          <p:cNvSpPr>
            <a:spLocks noGrp="1"/>
          </p:cNvSpPr>
          <p:nvPr>
            <p:ph type="ctrTitle" hasCustomPrompt="1"/>
          </p:nvPr>
        </p:nvSpPr>
        <p:spPr>
          <a:xfrm>
            <a:off x="221393" y="1248229"/>
            <a:ext cx="8112125" cy="2907239"/>
          </a:xfrm>
        </p:spPr>
        <p:txBody>
          <a:bodyPr/>
          <a:lstStyle>
            <a:lvl1pPr marL="0" indent="0" algn="l" defTabSz="914400" rtl="0" eaLnBrk="1" latinLnBrk="0" hangingPunct="1">
              <a:lnSpc>
                <a:spcPct val="85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r>
              <a:rPr lang="en-US" dirty="0" smtClean="0"/>
              <a:t>Presentation </a:t>
            </a:r>
            <a:br>
              <a:rPr lang="en-US" dirty="0" smtClean="0"/>
            </a:br>
            <a:r>
              <a:rPr lang="en-US" dirty="0" smtClean="0"/>
              <a:t>Title Goes Here</a:t>
            </a:r>
            <a:endParaRPr lang="en-US" dirty="0"/>
          </a:p>
        </p:txBody>
      </p:sp>
      <p:pic>
        <p:nvPicPr>
          <p:cNvPr id="51" name="Picture 4"/>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303053" y="325971"/>
            <a:ext cx="2920207" cy="485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Placeholder 3"/>
          <p:cNvSpPr>
            <a:spLocks noGrp="1"/>
          </p:cNvSpPr>
          <p:nvPr>
            <p:ph type="body" sz="quarter" idx="10" hasCustomPrompt="1"/>
          </p:nvPr>
        </p:nvSpPr>
        <p:spPr>
          <a:xfrm>
            <a:off x="236382" y="4862154"/>
            <a:ext cx="8110728" cy="355482"/>
          </a:xfrm>
        </p:spPr>
        <p:txBody>
          <a:bodyPr wrap="square">
            <a:spAutoFit/>
          </a:bodyPr>
          <a:lstStyle>
            <a:lvl1pPr marL="0" indent="0">
              <a:buFontTx/>
              <a:buNone/>
              <a:defRPr sz="1800">
                <a:solidFill>
                  <a:srgbClr val="493B93"/>
                </a:solidFill>
              </a:defRPr>
            </a:lvl1pPr>
          </a:lstStyle>
          <a:p>
            <a:pPr lvl="0"/>
            <a:r>
              <a:rPr lang="en-US" dirty="0" smtClean="0"/>
              <a:t>Speaker Title</a:t>
            </a:r>
            <a:endParaRPr lang="en-US" dirty="0"/>
          </a:p>
        </p:txBody>
      </p:sp>
      <p:sp>
        <p:nvSpPr>
          <p:cNvPr id="6" name="Text Placeholder 5"/>
          <p:cNvSpPr>
            <a:spLocks noGrp="1"/>
          </p:cNvSpPr>
          <p:nvPr>
            <p:ph type="body" sz="quarter" idx="11" hasCustomPrompt="1"/>
          </p:nvPr>
        </p:nvSpPr>
        <p:spPr>
          <a:xfrm>
            <a:off x="236381" y="5231003"/>
            <a:ext cx="8110728" cy="297004"/>
          </a:xfrm>
        </p:spPr>
        <p:txBody>
          <a:bodyPr wrap="square">
            <a:spAutoFit/>
          </a:bodyPr>
          <a:lstStyle>
            <a:lvl1pPr marL="0" indent="0">
              <a:buFontTx/>
              <a:buNone/>
              <a:defRPr sz="1400">
                <a:solidFill>
                  <a:srgbClr val="493B93"/>
                </a:solidFill>
              </a:defRPr>
            </a:lvl1pPr>
          </a:lstStyle>
          <a:p>
            <a:pPr lvl="0"/>
            <a:r>
              <a:rPr lang="en-US" dirty="0" smtClean="0"/>
              <a:t>Date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ternate Title Slide">
    <p:spTree>
      <p:nvGrpSpPr>
        <p:cNvPr id="1" name=""/>
        <p:cNvGrpSpPr/>
        <p:nvPr/>
      </p:nvGrpSpPr>
      <p:grpSpPr>
        <a:xfrm>
          <a:off x="0" y="0"/>
          <a:ext cx="0" cy="0"/>
          <a:chOff x="0" y="0"/>
          <a:chExt cx="0" cy="0"/>
        </a:xfrm>
      </p:grpSpPr>
      <p:sp>
        <p:nvSpPr>
          <p:cNvPr id="50" name="Title 1"/>
          <p:cNvSpPr>
            <a:spLocks noGrp="1"/>
          </p:cNvSpPr>
          <p:nvPr>
            <p:ph type="ctrTitle" hasCustomPrompt="1"/>
          </p:nvPr>
        </p:nvSpPr>
        <p:spPr>
          <a:xfrm>
            <a:off x="221393" y="1248229"/>
            <a:ext cx="8112125" cy="2907239"/>
          </a:xfrm>
        </p:spPr>
        <p:txBody>
          <a:bodyPr/>
          <a:lstStyle>
            <a:lvl1pPr marL="0" indent="0" algn="l" defTabSz="914400" rtl="0" eaLnBrk="1" latinLnBrk="0" hangingPunct="1">
              <a:lnSpc>
                <a:spcPct val="85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r>
              <a:rPr lang="en-US" dirty="0" smtClean="0"/>
              <a:t>Presentation </a:t>
            </a:r>
            <a:br>
              <a:rPr lang="en-US" dirty="0" smtClean="0"/>
            </a:br>
            <a:r>
              <a:rPr lang="en-US" dirty="0" smtClean="0"/>
              <a:t>Title Goes Here</a:t>
            </a:r>
            <a:endParaRPr lang="en-US" dirty="0"/>
          </a:p>
        </p:txBody>
      </p:sp>
    </p:spTree>
    <p:extLst>
      <p:ext uri="{BB962C8B-B14F-4D97-AF65-F5344CB8AC3E}">
        <p14:creationId xmlns:p14="http://schemas.microsoft.com/office/powerpoint/2010/main" val="477931373"/>
      </p:ext>
    </p:extLst>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gue">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33376" y="4712451"/>
            <a:ext cx="8477250" cy="1828800"/>
          </a:xfrm>
          <a:prstGeom prst="rect">
            <a:avLst/>
          </a:prstGeom>
        </p:spPr>
      </p:pic>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smtClean="0"/>
              <a:t>Segue Title Here</a:t>
            </a:r>
            <a:endParaRPr lang="en-US" dirty="0"/>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a:noFill/>
          <a:ln w="9525">
            <a:noFill/>
            <a:miter lim="800000"/>
            <a:headEnd/>
            <a:tailEnd/>
          </a:ln>
          <a:effectLst/>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a:t>
            </a:r>
            <a:r>
              <a:rPr lang="en-US" sz="600" kern="1200" dirty="0" smtClean="0">
                <a:solidFill>
                  <a:srgbClr val="808080"/>
                </a:solidFill>
                <a:latin typeface="+mj-lt"/>
                <a:ea typeface="+mn-ea"/>
                <a:cs typeface="+mn-cs"/>
              </a:rPr>
              <a:t>Public</a:t>
            </a:r>
            <a:endParaRPr lang="en-US" sz="600" kern="1200" dirty="0">
              <a:solidFill>
                <a:srgbClr val="808080"/>
              </a:solidFill>
              <a:latin typeface="+mj-lt"/>
              <a:ea typeface="+mn-ea"/>
              <a:cs typeface="+mn-cs"/>
            </a:endParaRP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marL="0" algn="l" defTabSz="814388" rtl="0" eaLnBrk="1" latinLnBrk="0" hangingPunct="1">
              <a:lnSpc>
                <a:spcPct val="100000"/>
              </a:lnSpc>
            </a:pPr>
            <a:r>
              <a:rPr lang="en-US" sz="600" kern="1200" dirty="0" smtClean="0">
                <a:solidFill>
                  <a:srgbClr val="808080"/>
                </a:solidFill>
                <a:latin typeface="+mj-lt"/>
                <a:ea typeface="+mn-ea"/>
                <a:cs typeface="+mn-cs"/>
              </a:rPr>
              <a:t>© 2013 Cisco and/or its affiliates. All rights reserved.</a:t>
            </a:r>
            <a:endParaRPr lang="en-US" sz="600" kern="1200" dirty="0">
              <a:solidFill>
                <a:srgbClr val="808080"/>
              </a:solidFill>
              <a:latin typeface="+mj-lt"/>
              <a:ea typeface="+mn-ea"/>
              <a:cs typeface="+mn-cs"/>
            </a:endParaRPr>
          </a:p>
        </p:txBody>
      </p:sp>
      <p:sp>
        <p:nvSpPr>
          <p:cNvPr id="9"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gue 2">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33376" y="4696378"/>
            <a:ext cx="8477250" cy="1844873"/>
          </a:xfrm>
          <a:prstGeom prst="rect">
            <a:avLst/>
          </a:prstGeom>
        </p:spPr>
      </p:pic>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smtClean="0"/>
              <a:t>Segue Title Here</a:t>
            </a:r>
            <a:endParaRPr lang="en-US" dirty="0"/>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a:t>
            </a:r>
            <a:r>
              <a:rPr lang="en-US" sz="600" kern="1200" dirty="0" smtClean="0">
                <a:solidFill>
                  <a:srgbClr val="808080"/>
                </a:solidFill>
                <a:latin typeface="+mj-lt"/>
                <a:ea typeface="+mn-ea"/>
                <a:cs typeface="+mn-cs"/>
              </a:rPr>
              <a:t>Public</a:t>
            </a:r>
            <a:endParaRPr lang="en-US" sz="600" kern="1200" dirty="0">
              <a:solidFill>
                <a:srgbClr val="808080"/>
              </a:solidFill>
              <a:latin typeface="+mj-lt"/>
              <a:ea typeface="+mn-ea"/>
              <a:cs typeface="+mn-cs"/>
            </a:endParaRPr>
          </a:p>
        </p:txBody>
      </p:sp>
      <p:sp>
        <p:nvSpPr>
          <p:cNvPr id="10" name="Rectangle 4"/>
          <p:cNvSpPr>
            <a:spLocks noChangeArrowheads="1"/>
          </p:cNvSpPr>
          <p:nvPr userDrawn="1"/>
        </p:nvSpPr>
        <p:spPr bwMode="ltGray">
          <a:xfrm>
            <a:off x="251373" y="6586246"/>
            <a:ext cx="3420515" cy="175257"/>
          </a:xfrm>
          <a:prstGeom prst="rect">
            <a:avLst/>
          </a:prstGeom>
        </p:spPr>
        <p:txBody>
          <a:bodyPr wrap="square" lIns="82124" tIns="41061" rIns="82124" bIns="41061" anchor="b" anchorCtr="0">
            <a:spAutoFit/>
          </a:bodyPr>
          <a:lstStyle/>
          <a:p>
            <a:pPr marL="0" algn="l" defTabSz="814388" rtl="0" eaLnBrk="1" latinLnBrk="0" hangingPunct="1">
              <a:lnSpc>
                <a:spcPct val="100000"/>
              </a:lnSpc>
            </a:pPr>
            <a:r>
              <a:rPr lang="en-US" sz="600" kern="1200" dirty="0" smtClean="0">
                <a:solidFill>
                  <a:srgbClr val="808080"/>
                </a:solidFill>
                <a:latin typeface="+mj-lt"/>
                <a:ea typeface="+mn-ea"/>
                <a:cs typeface="+mn-cs"/>
              </a:rPr>
              <a:t>© 2013 Cisco and/or its affiliates. All rights reserved.</a:t>
            </a:r>
            <a:endParaRPr lang="en-US" sz="600" kern="1200" dirty="0">
              <a:solidFill>
                <a:srgbClr val="808080"/>
              </a:solidFill>
              <a:latin typeface="+mj-lt"/>
              <a:ea typeface="+mn-ea"/>
              <a:cs typeface="+mn-cs"/>
            </a:endParaRPr>
          </a:p>
        </p:txBody>
      </p:sp>
      <p:sp>
        <p:nvSpPr>
          <p:cNvPr id="1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extLst>
      <p:ext uri="{BB962C8B-B14F-4D97-AF65-F5344CB8AC3E}">
        <p14:creationId xmlns:p14="http://schemas.microsoft.com/office/powerpoint/2010/main" val="1665715276"/>
      </p:ext>
    </p:extLst>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 Segue 3">
    <p:spTree>
      <p:nvGrpSpPr>
        <p:cNvPr id="1" name=""/>
        <p:cNvGrpSpPr/>
        <p:nvPr/>
      </p:nvGrpSpPr>
      <p:grpSpPr>
        <a:xfrm>
          <a:off x="0" y="0"/>
          <a:ext cx="0" cy="0"/>
          <a:chOff x="0" y="0"/>
          <a:chExt cx="0" cy="0"/>
        </a:xfrm>
      </p:grpSpPr>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smtClean="0"/>
              <a:t>Segue Title Here</a:t>
            </a:r>
            <a:endParaRPr lang="en-US" dirty="0"/>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a:noFill/>
          <a:ln w="9525">
            <a:noFill/>
            <a:miter lim="800000"/>
            <a:headEnd/>
            <a:tailEnd/>
          </a:ln>
          <a:effectLst/>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a:t>
            </a:r>
            <a:r>
              <a:rPr lang="en-US" sz="600" kern="1200" dirty="0" smtClean="0">
                <a:solidFill>
                  <a:srgbClr val="808080"/>
                </a:solidFill>
                <a:latin typeface="+mj-lt"/>
                <a:ea typeface="+mn-ea"/>
                <a:cs typeface="+mn-cs"/>
              </a:rPr>
              <a:t>Public</a:t>
            </a:r>
            <a:endParaRPr lang="en-US" sz="600" kern="1200" dirty="0">
              <a:solidFill>
                <a:srgbClr val="808080"/>
              </a:solidFill>
              <a:latin typeface="+mj-lt"/>
              <a:ea typeface="+mn-ea"/>
              <a:cs typeface="+mn-cs"/>
            </a:endParaRP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marL="0" algn="l" defTabSz="814388" rtl="0" eaLnBrk="1" latinLnBrk="0" hangingPunct="1">
              <a:lnSpc>
                <a:spcPct val="100000"/>
              </a:lnSpc>
            </a:pPr>
            <a:r>
              <a:rPr lang="en-US" sz="600" kern="1200" dirty="0" smtClean="0">
                <a:solidFill>
                  <a:srgbClr val="808080"/>
                </a:solidFill>
                <a:latin typeface="+mj-lt"/>
                <a:ea typeface="+mn-ea"/>
                <a:cs typeface="+mn-cs"/>
              </a:rPr>
              <a:t>© 2013 Cisco and/or its affiliates. All rights reserved.</a:t>
            </a:r>
            <a:endParaRPr lang="en-US" sz="600" kern="1200" dirty="0">
              <a:solidFill>
                <a:srgbClr val="808080"/>
              </a:solidFill>
              <a:latin typeface="+mj-lt"/>
              <a:ea typeface="+mn-ea"/>
              <a:cs typeface="+mn-cs"/>
            </a:endParaRPr>
          </a:p>
        </p:txBody>
      </p:sp>
      <p:pic>
        <p:nvPicPr>
          <p:cNvPr id="12" name="Picture 1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33375" y="6380780"/>
            <a:ext cx="8477250" cy="160471"/>
          </a:xfrm>
          <a:prstGeom prst="rect">
            <a:avLst/>
          </a:prstGeom>
          <a:noFill/>
        </p:spPr>
      </p:pic>
      <p:sp>
        <p:nvSpPr>
          <p:cNvPr id="9"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extLst>
      <p:ext uri="{BB962C8B-B14F-4D97-AF65-F5344CB8AC3E}">
        <p14:creationId xmlns:p14="http://schemas.microsoft.com/office/powerpoint/2010/main" val="2987243975"/>
      </p:ext>
    </p:extLst>
  </p:cSld>
  <p:clrMapOvr>
    <a:masterClrMapping/>
  </p:clrMapOvr>
  <p:transition>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432215"/>
            <a:ext cx="8588861" cy="838200"/>
          </a:xfrm>
        </p:spPr>
        <p:txBody>
          <a:bodyPr/>
          <a:lstStyle>
            <a:lvl1pPr>
              <a:defRPr/>
            </a:lvl1pPr>
          </a:lstStyle>
          <a:p>
            <a:r>
              <a:rPr lang="en-US" dirty="0" smtClean="0"/>
              <a:t>Slide Title Goes Here</a:t>
            </a:r>
            <a:endParaRPr lang="en-US" dirty="0"/>
          </a:p>
        </p:txBody>
      </p:sp>
      <p:sp>
        <p:nvSpPr>
          <p:cNvPr id="4" name="Text Placeholder 3"/>
          <p:cNvSpPr>
            <a:spLocks noGrp="1"/>
          </p:cNvSpPr>
          <p:nvPr>
            <p:ph type="body" sz="quarter" idx="10" hasCustomPrompt="1"/>
          </p:nvPr>
        </p:nvSpPr>
        <p:spPr>
          <a:xfrm>
            <a:off x="228600" y="1344168"/>
            <a:ext cx="8577072" cy="4965192"/>
          </a:xfrm>
        </p:spPr>
        <p:txBody>
          <a:bodyPr vert="horz" lIns="91440" tIns="45720" rIns="91440" bIns="4572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65548096"/>
      </p:ext>
    </p:extLst>
  </p:cSld>
  <p:clrMapOvr>
    <a:masterClrMapping/>
  </p:clrMapOvr>
  <p:transition>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_Heavy Text">
    <p:spTree>
      <p:nvGrpSpPr>
        <p:cNvPr id="1" name=""/>
        <p:cNvGrpSpPr/>
        <p:nvPr/>
      </p:nvGrpSpPr>
      <p:grpSpPr>
        <a:xfrm>
          <a:off x="0" y="0"/>
          <a:ext cx="0" cy="0"/>
          <a:chOff x="0" y="0"/>
          <a:chExt cx="0" cy="0"/>
        </a:xfrm>
      </p:grpSpPr>
      <p:sp>
        <p:nvSpPr>
          <p:cNvPr id="5" name="Text Placeholder 3"/>
          <p:cNvSpPr>
            <a:spLocks noGrp="1"/>
          </p:cNvSpPr>
          <p:nvPr>
            <p:ph type="body" sz="quarter" idx="11"/>
          </p:nvPr>
        </p:nvSpPr>
        <p:spPr>
          <a:xfrm>
            <a:off x="4706781" y="1339745"/>
            <a:ext cx="4122425" cy="4965700"/>
          </a:xfrm>
        </p:spPr>
        <p:txBody>
          <a:bodyPr>
            <a:normAutofit/>
          </a:bodyPr>
          <a:lstStyle>
            <a:lvl1pPr algn="l" defTabSz="914400" rtl="0" eaLnBrk="1" latinLnBrk="0" hangingPunct="1">
              <a:lnSpc>
                <a:spcPct val="95000"/>
              </a:lnSpc>
              <a:spcBef>
                <a:spcPts val="1480"/>
              </a:spcBef>
              <a:defRPr lang="en-US" sz="1800" kern="1200" dirty="0" smtClean="0">
                <a:solidFill>
                  <a:srgbClr val="435153"/>
                </a:solidFill>
                <a:latin typeface="+mj-lt"/>
                <a:ea typeface="+mn-ea"/>
                <a:cs typeface="+mn-cs"/>
              </a:defRPr>
            </a:lvl1pPr>
            <a:lvl2pPr algn="l" defTabSz="914400" rtl="0" eaLnBrk="1" latinLnBrk="0" hangingPunct="1">
              <a:lnSpc>
                <a:spcPct val="95000"/>
              </a:lnSpc>
              <a:spcBef>
                <a:spcPts val="600"/>
              </a:spcBef>
              <a:defRPr lang="en-US" sz="1400" kern="1200" dirty="0" smtClean="0">
                <a:solidFill>
                  <a:srgbClr val="435153"/>
                </a:solidFill>
                <a:latin typeface="+mj-lt"/>
                <a:ea typeface="+mn-ea"/>
                <a:cs typeface="+mn-cs"/>
              </a:defRPr>
            </a:lvl2pPr>
            <a:lvl3pPr marL="569912" indent="0" algn="l" defTabSz="914400" rtl="0" eaLnBrk="1" latinLnBrk="0" hangingPunct="1">
              <a:lnSpc>
                <a:spcPct val="95000"/>
              </a:lnSpc>
              <a:defRPr lang="en-US" sz="1400" kern="1200" dirty="0" smtClean="0">
                <a:solidFill>
                  <a:srgbClr val="435153"/>
                </a:solidFill>
                <a:latin typeface="+mj-lt"/>
                <a:ea typeface="+mn-ea"/>
                <a:cs typeface="+mn-cs"/>
              </a:defRPr>
            </a:lvl3pPr>
            <a:lvl4pPr algn="l" defTabSz="914400" rtl="0" eaLnBrk="1" latinLnBrk="0" hangingPunct="1">
              <a:lnSpc>
                <a:spcPct val="95000"/>
              </a:lnSpc>
              <a:defRPr lang="en-US" sz="1400" kern="1200" dirty="0" smtClean="0">
                <a:solidFill>
                  <a:srgbClr val="435153"/>
                </a:solidFill>
                <a:latin typeface="+mj-lt"/>
                <a:ea typeface="+mn-ea"/>
                <a:cs typeface="+mn-cs"/>
              </a:defRPr>
            </a:lvl4pPr>
            <a:lvl5pPr algn="l" defTabSz="914400" rtl="0" eaLnBrk="1" latinLnBrk="0" hangingPunct="1">
              <a:lnSpc>
                <a:spcPct val="95000"/>
              </a:lnSpc>
              <a:defRPr lang="en-US" sz="1400" kern="1200" dirty="0">
                <a:solidFill>
                  <a:srgbClr val="435153"/>
                </a:solidFill>
                <a:latin typeface="+mj-lt"/>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Placeholder 1"/>
          <p:cNvSpPr>
            <a:spLocks noGrp="1"/>
          </p:cNvSpPr>
          <p:nvPr>
            <p:ph type="title"/>
          </p:nvPr>
        </p:nvSpPr>
        <p:spPr>
          <a:xfrm>
            <a:off x="229702" y="432215"/>
            <a:ext cx="8588861" cy="838200"/>
          </a:xfrm>
          <a:prstGeom prst="rect">
            <a:avLst/>
          </a:prstGeom>
        </p:spPr>
        <p:txBody>
          <a:bodyPr vert="horz" lIns="82296" tIns="45720" rIns="82296" bIns="45720" rtlCol="0" anchor="b" anchorCtr="0">
            <a:noAutofit/>
          </a:bodyPr>
          <a:lstStyle/>
          <a:p>
            <a:pPr lvl="0" algn="l" defTabSz="914400" rtl="0" eaLnBrk="1" latinLnBrk="0" hangingPunct="1">
              <a:lnSpc>
                <a:spcPct val="80000"/>
              </a:lnSpc>
              <a:spcBef>
                <a:spcPct val="0"/>
              </a:spcBef>
              <a:buNone/>
            </a:pPr>
            <a:r>
              <a:rPr lang="en-US" dirty="0" smtClean="0"/>
              <a:t>Click to edit Master title style</a:t>
            </a:r>
            <a:endParaRPr lang="en-US" dirty="0"/>
          </a:p>
        </p:txBody>
      </p:sp>
      <p:sp>
        <p:nvSpPr>
          <p:cNvPr id="8" name="Text Placeholder 3"/>
          <p:cNvSpPr>
            <a:spLocks noGrp="1"/>
          </p:cNvSpPr>
          <p:nvPr>
            <p:ph type="body" sz="quarter" idx="12"/>
          </p:nvPr>
        </p:nvSpPr>
        <p:spPr>
          <a:xfrm>
            <a:off x="229702" y="1339745"/>
            <a:ext cx="4122425" cy="4965700"/>
          </a:xfrm>
        </p:spPr>
        <p:txBody>
          <a:bodyPr>
            <a:normAutofit/>
          </a:bodyPr>
          <a:lstStyle>
            <a:lvl1pPr algn="l" defTabSz="914400" rtl="0" eaLnBrk="1" latinLnBrk="0" hangingPunct="1">
              <a:lnSpc>
                <a:spcPct val="95000"/>
              </a:lnSpc>
              <a:spcBef>
                <a:spcPts val="1480"/>
              </a:spcBef>
              <a:defRPr lang="en-US" sz="1800" kern="1200" dirty="0" smtClean="0">
                <a:solidFill>
                  <a:srgbClr val="435153"/>
                </a:solidFill>
                <a:latin typeface="+mj-lt"/>
                <a:ea typeface="+mn-ea"/>
                <a:cs typeface="+mn-cs"/>
              </a:defRPr>
            </a:lvl1pPr>
            <a:lvl2pPr algn="l" defTabSz="914400" rtl="0" eaLnBrk="1" latinLnBrk="0" hangingPunct="1">
              <a:lnSpc>
                <a:spcPct val="95000"/>
              </a:lnSpc>
              <a:spcBef>
                <a:spcPts val="600"/>
              </a:spcBef>
              <a:defRPr lang="en-US" sz="1400" kern="1200" dirty="0" smtClean="0">
                <a:solidFill>
                  <a:srgbClr val="435153"/>
                </a:solidFill>
                <a:latin typeface="+mj-lt"/>
                <a:ea typeface="+mn-ea"/>
                <a:cs typeface="+mn-cs"/>
              </a:defRPr>
            </a:lvl2pPr>
            <a:lvl3pPr marL="569912" indent="0" algn="l" defTabSz="914400" rtl="0" eaLnBrk="1" latinLnBrk="0" hangingPunct="1">
              <a:lnSpc>
                <a:spcPct val="95000"/>
              </a:lnSpc>
              <a:defRPr lang="en-US" sz="1400" kern="1200" dirty="0" smtClean="0">
                <a:solidFill>
                  <a:srgbClr val="435153"/>
                </a:solidFill>
                <a:latin typeface="+mj-lt"/>
                <a:ea typeface="+mn-ea"/>
                <a:cs typeface="+mn-cs"/>
              </a:defRPr>
            </a:lvl3pPr>
            <a:lvl4pPr algn="l" defTabSz="914400" rtl="0" eaLnBrk="1" latinLnBrk="0" hangingPunct="1">
              <a:lnSpc>
                <a:spcPct val="95000"/>
              </a:lnSpc>
              <a:defRPr lang="en-US" sz="1400" kern="1200" dirty="0" smtClean="0">
                <a:solidFill>
                  <a:srgbClr val="435153"/>
                </a:solidFill>
                <a:latin typeface="+mj-lt"/>
                <a:ea typeface="+mn-ea"/>
                <a:cs typeface="+mn-cs"/>
              </a:defRPr>
            </a:lvl4pPr>
            <a:lvl5pPr algn="l" defTabSz="914400" rtl="0" eaLnBrk="1" latinLnBrk="0" hangingPunct="1">
              <a:lnSpc>
                <a:spcPct val="95000"/>
              </a:lnSpc>
              <a:defRPr lang="en-US" sz="1400" kern="1200" dirty="0">
                <a:solidFill>
                  <a:srgbClr val="435153"/>
                </a:solidFill>
                <a:latin typeface="+mj-lt"/>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 with pull quot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39713" y="1339745"/>
            <a:ext cx="4103687" cy="4965700"/>
          </a:xfrm>
        </p:spPr>
        <p:txBody>
          <a:bodyPr/>
          <a:lstStyle>
            <a:lvl1pPr>
              <a:lnSpc>
                <a:spcPct val="95000"/>
              </a:lnSpc>
              <a:spcBef>
                <a:spcPts val="1480"/>
              </a:spcBef>
              <a:defRPr sz="2200">
                <a:solidFill>
                  <a:srgbClr val="435153"/>
                </a:solidFill>
                <a:latin typeface="+mj-lt"/>
              </a:defRPr>
            </a:lvl1pPr>
            <a:lvl2pPr>
              <a:lnSpc>
                <a:spcPct val="95000"/>
              </a:lnSpc>
              <a:spcBef>
                <a:spcPts val="600"/>
              </a:spcBef>
              <a:defRPr>
                <a:solidFill>
                  <a:srgbClr val="435153"/>
                </a:solidFill>
                <a:latin typeface="+mj-lt"/>
              </a:defRPr>
            </a:lvl2pPr>
            <a:lvl3pPr>
              <a:defRPr>
                <a:solidFill>
                  <a:srgbClr val="435153"/>
                </a:solidFill>
                <a:latin typeface="+mj-lt"/>
              </a:defRPr>
            </a:lvl3pPr>
            <a:lvl4pPr>
              <a:defRPr>
                <a:solidFill>
                  <a:srgbClr val="435153"/>
                </a:solidFill>
                <a:latin typeface="+mj-lt"/>
              </a:defRPr>
            </a:lvl4pPr>
            <a:lvl5pPr>
              <a:defRPr>
                <a:solidFill>
                  <a:srgbClr val="435153"/>
                </a:solidFill>
                <a:latin typeface="+mj-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Title 15"/>
          <p:cNvSpPr>
            <a:spLocks noGrp="1"/>
          </p:cNvSpPr>
          <p:nvPr>
            <p:ph type="title"/>
          </p:nvPr>
        </p:nvSpPr>
        <p:spPr>
          <a:xfrm>
            <a:off x="229702" y="432215"/>
            <a:ext cx="8588861" cy="838200"/>
          </a:xfrm>
        </p:spPr>
        <p:txBody>
          <a:bodyPr/>
          <a:lstStyle/>
          <a:p>
            <a:r>
              <a:rPr lang="en-US" dirty="0" smtClean="0"/>
              <a:t>Click to edit Master title style</a:t>
            </a:r>
            <a:endParaRPr lang="en-US" dirty="0"/>
          </a:p>
        </p:txBody>
      </p:sp>
      <p:sp>
        <p:nvSpPr>
          <p:cNvPr id="10" name="Rounded Rectangle 9"/>
          <p:cNvSpPr/>
          <p:nvPr userDrawn="1"/>
        </p:nvSpPr>
        <p:spPr>
          <a:xfrm>
            <a:off x="4984231" y="1416140"/>
            <a:ext cx="3759720" cy="4599033"/>
          </a:xfrm>
          <a:prstGeom prst="roundRect">
            <a:avLst>
              <a:gd name="adj" fmla="val 0"/>
            </a:avLst>
          </a:prstGeom>
          <a:gradFill flip="none" rotWithShape="1">
            <a:gsLst>
              <a:gs pos="0">
                <a:schemeClr val="tx1">
                  <a:lumMod val="20000"/>
                  <a:lumOff val="80000"/>
                </a:schemeClr>
              </a:gs>
              <a:gs pos="47000">
                <a:schemeClr val="bg1"/>
              </a:gs>
              <a:gs pos="100000">
                <a:srgbClr val="EDDFF5"/>
              </a:gs>
            </a:gsLst>
            <a:lin ang="2700000" scaled="1"/>
            <a:tileRect/>
          </a:grad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5" name="Text Placeholder 3"/>
          <p:cNvSpPr>
            <a:spLocks noGrp="1"/>
          </p:cNvSpPr>
          <p:nvPr>
            <p:ph type="body" sz="quarter" idx="15"/>
          </p:nvPr>
        </p:nvSpPr>
        <p:spPr>
          <a:xfrm>
            <a:off x="5221224" y="1747683"/>
            <a:ext cx="3236976" cy="1900292"/>
          </a:xfrm>
        </p:spPr>
        <p:txBody>
          <a:bodyPr/>
          <a:lstStyle>
            <a:lvl1pPr marL="114300" indent="-114300">
              <a:buFontTx/>
              <a:buNone/>
              <a:defRPr sz="2000"/>
            </a:lvl1pPr>
          </a:lstStyle>
          <a:p>
            <a:pPr lvl="0"/>
            <a:r>
              <a:rPr lang="en-US" dirty="0" smtClean="0"/>
              <a:t>Click to edit Master text styles</a:t>
            </a:r>
          </a:p>
        </p:txBody>
      </p:sp>
      <p:sp>
        <p:nvSpPr>
          <p:cNvPr id="17" name="Text Placeholder 21"/>
          <p:cNvSpPr>
            <a:spLocks noGrp="1"/>
          </p:cNvSpPr>
          <p:nvPr>
            <p:ph type="body" sz="quarter" idx="16"/>
          </p:nvPr>
        </p:nvSpPr>
        <p:spPr>
          <a:xfrm>
            <a:off x="5310124" y="4876800"/>
            <a:ext cx="3044497" cy="326243"/>
          </a:xfrm>
        </p:spPr>
        <p:txBody>
          <a:bodyPr wrap="square">
            <a:spAutoFit/>
          </a:bodyPr>
          <a:lstStyle>
            <a:lvl1pPr marL="0" indent="0">
              <a:buFontTx/>
              <a:buNone/>
              <a:defRPr sz="1600"/>
            </a:lvl1pPr>
          </a:lstStyle>
          <a:p>
            <a:pPr lvl="0"/>
            <a:r>
              <a:rPr lang="en-US" smtClean="0"/>
              <a:t>Click to edit Master text styles</a:t>
            </a:r>
          </a:p>
        </p:txBody>
      </p:sp>
      <p:cxnSp>
        <p:nvCxnSpPr>
          <p:cNvPr id="19" name="Straight Connector 18"/>
          <p:cNvCxnSpPr/>
          <p:nvPr userDrawn="1"/>
        </p:nvCxnSpPr>
        <p:spPr>
          <a:xfrm flipH="1">
            <a:off x="4990141" y="1335313"/>
            <a:ext cx="1" cy="4760687"/>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287332592"/>
      </p:ext>
    </p:extLst>
  </p:cSld>
  <p:clrMapOvr>
    <a:masterClrMapping/>
  </p:clrMapOvr>
  <p:transition>
    <p:wipe dir="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_2-Column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301752"/>
            <a:ext cx="4123944" cy="838200"/>
          </a:xfrm>
        </p:spPr>
        <p:txBody>
          <a:bodyPr vert="horz" lIns="82296" tIns="45720" rIns="82296" bIns="45720" rtlCol="0" anchor="t"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smtClean="0"/>
              <a:t>Two Column</a:t>
            </a:r>
            <a:br>
              <a:rPr lang="en-US" dirty="0" smtClean="0"/>
            </a:br>
            <a:r>
              <a:rPr lang="en-US" dirty="0" smtClean="0"/>
              <a:t>Title Left</a:t>
            </a:r>
            <a:endParaRPr lang="en-US" dirty="0"/>
          </a:p>
        </p:txBody>
      </p:sp>
      <p:sp>
        <p:nvSpPr>
          <p:cNvPr id="9" name="Text Placeholder 8"/>
          <p:cNvSpPr>
            <a:spLocks noGrp="1"/>
          </p:cNvSpPr>
          <p:nvPr>
            <p:ph type="body" sz="quarter" idx="11" hasCustomPrompt="1"/>
          </p:nvPr>
        </p:nvSpPr>
        <p:spPr>
          <a:xfrm>
            <a:off x="219455" y="1600200"/>
            <a:ext cx="4142232" cy="4526280"/>
          </a:xfrm>
        </p:spPr>
        <p:txBody>
          <a:bodyPr/>
          <a:lstStyle>
            <a:lvl1pPr marL="0" indent="0">
              <a:buNone/>
              <a:defRPr>
                <a:solidFill>
                  <a:schemeClr val="tx2"/>
                </a:solidFill>
                <a:latin typeface="+mj-lt"/>
              </a:defRPr>
            </a:lvl1pPr>
            <a:lvl2pPr marL="406400" indent="0">
              <a:buClr>
                <a:schemeClr val="accent5"/>
              </a:buClr>
              <a:buFontTx/>
              <a:buNone/>
              <a:tabLst/>
              <a:defRPr>
                <a:solidFill>
                  <a:schemeClr val="tx2"/>
                </a:solidFill>
                <a:latin typeface="+mj-lt"/>
              </a:defRPr>
            </a:lvl2pPr>
          </a:lstStyle>
          <a:p>
            <a:pPr lvl="0"/>
            <a:r>
              <a:rPr lang="en-US" dirty="0" smtClean="0"/>
              <a:t>Body copy uses sentence capital letters only, size 20, left aligned</a:t>
            </a:r>
          </a:p>
          <a:p>
            <a:pPr lvl="1"/>
            <a:r>
              <a:rPr lang="en-US" dirty="0" smtClean="0"/>
              <a:t>Sub-bullets are size 18 </a:t>
            </a:r>
            <a:br>
              <a:rPr lang="en-US" dirty="0" smtClean="0"/>
            </a:br>
            <a:r>
              <a:rPr lang="en-US" dirty="0" smtClean="0"/>
              <a:t>and indented</a:t>
            </a:r>
          </a:p>
          <a:p>
            <a:pPr lvl="1"/>
            <a:r>
              <a:rPr lang="en-US" dirty="0" smtClean="0"/>
              <a:t>Hyperlink: www.cisco.com </a:t>
            </a:r>
          </a:p>
          <a:p>
            <a:pPr lvl="0"/>
            <a:r>
              <a:rPr lang="en-US" dirty="0" smtClean="0"/>
              <a:t>Use Cisco highlight color, bold, or both when emphasizing words, </a:t>
            </a:r>
            <a:br>
              <a:rPr lang="en-US" dirty="0" smtClean="0"/>
            </a:br>
            <a:r>
              <a:rPr lang="en-US" dirty="0" smtClean="0"/>
              <a:t>do not italicize; use yellow on the </a:t>
            </a:r>
            <a:br>
              <a:rPr lang="en-US" dirty="0" smtClean="0"/>
            </a:br>
            <a:r>
              <a:rPr lang="en-US" dirty="0" smtClean="0"/>
              <a:t>black template and red for the white template</a:t>
            </a:r>
          </a:p>
        </p:txBody>
      </p:sp>
      <p:sp>
        <p:nvSpPr>
          <p:cNvPr id="12" name="Text Placeholder 11"/>
          <p:cNvSpPr>
            <a:spLocks noGrp="1"/>
          </p:cNvSpPr>
          <p:nvPr>
            <p:ph type="body" sz="quarter" idx="12" hasCustomPrompt="1"/>
          </p:nvPr>
        </p:nvSpPr>
        <p:spPr>
          <a:xfrm>
            <a:off x="4818888" y="1600200"/>
            <a:ext cx="4005072" cy="4526280"/>
          </a:xfrm>
        </p:spPr>
        <p:txBody>
          <a:bodyPr/>
          <a:lstStyle>
            <a:lvl1pPr marL="0" indent="0">
              <a:buFontTx/>
              <a:buNone/>
              <a:defRPr>
                <a:solidFill>
                  <a:schemeClr val="tx1"/>
                </a:solidFill>
                <a:latin typeface="+mj-lt"/>
              </a:defRPr>
            </a:lvl1pPr>
            <a:lvl2pPr marL="406400" indent="0">
              <a:buClr>
                <a:schemeClr val="accent1">
                  <a:lumMod val="40000"/>
                  <a:lumOff val="60000"/>
                </a:schemeClr>
              </a:buClr>
              <a:buFont typeface="Arial" pitchFamily="34" charset="0"/>
              <a:buNone/>
              <a:defRPr>
                <a:solidFill>
                  <a:schemeClr val="tx1"/>
                </a:solidFill>
                <a:latin typeface="+mj-lt"/>
              </a:defRPr>
            </a:lvl2pPr>
          </a:lstStyle>
          <a:p>
            <a:pPr lvl="0"/>
            <a:r>
              <a:rPr lang="en-US" dirty="0" smtClean="0"/>
              <a:t>Body copy uses sentence capital letters only, size 20, left aligned</a:t>
            </a:r>
          </a:p>
          <a:p>
            <a:pPr lvl="1"/>
            <a:r>
              <a:rPr lang="en-US" dirty="0" smtClean="0"/>
              <a:t>Sub-bullets are size 18 </a:t>
            </a:r>
            <a:br>
              <a:rPr lang="en-US" dirty="0" smtClean="0"/>
            </a:br>
            <a:r>
              <a:rPr lang="en-US" dirty="0" smtClean="0"/>
              <a:t>and indented</a:t>
            </a:r>
          </a:p>
          <a:p>
            <a:pPr lvl="1"/>
            <a:r>
              <a:rPr lang="en-US" dirty="0" smtClean="0"/>
              <a:t>Hyperlink: www.cisco.com </a:t>
            </a:r>
          </a:p>
          <a:p>
            <a:pPr lvl="0"/>
            <a:r>
              <a:rPr lang="en-US" dirty="0" smtClean="0"/>
              <a:t>Use Cisco highlight color, bold, or both when emphasizing words, do not italicize; use yellow on the black template and red for the white template</a:t>
            </a:r>
          </a:p>
        </p:txBody>
      </p:sp>
      <p:sp>
        <p:nvSpPr>
          <p:cNvPr id="4" name="Text Placeholder 3"/>
          <p:cNvSpPr>
            <a:spLocks noGrp="1"/>
          </p:cNvSpPr>
          <p:nvPr>
            <p:ph type="body" sz="quarter" idx="13" hasCustomPrompt="1"/>
          </p:nvPr>
        </p:nvSpPr>
        <p:spPr>
          <a:xfrm>
            <a:off x="4818887" y="301752"/>
            <a:ext cx="3951308" cy="838200"/>
          </a:xfrm>
        </p:spPr>
        <p:txBody>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0" i="0" u="none" strike="noStrike" kern="1200" cap="none" spc="0" normalizeH="0" baseline="0" noProof="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t>Two Column</a:t>
            </a:r>
            <a:br>
              <a:rPr kumimoji="0" lang="en-US" sz="3600" b="0" i="0" u="none" strike="noStrike" kern="1200" cap="none" spc="0" normalizeH="0" baseline="0" noProof="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br>
            <a:r>
              <a:rPr kumimoji="0" lang="en-US" sz="3600" b="0" i="0" u="none" strike="noStrike" kern="1200" cap="none" spc="0" normalizeH="0" baseline="0" noProof="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t>Title Right</a:t>
            </a:r>
            <a:endPara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endParaRPr>
          </a:p>
        </p:txBody>
      </p:sp>
      <p:cxnSp>
        <p:nvCxnSpPr>
          <p:cNvPr id="14" name="Straight Connector 13"/>
          <p:cNvCxnSpPr/>
          <p:nvPr userDrawn="1"/>
        </p:nvCxnSpPr>
        <p:spPr>
          <a:xfrm>
            <a:off x="4486587" y="777667"/>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_3-Column Layout No Bottom Bar">
    <p:spTree>
      <p:nvGrpSpPr>
        <p:cNvPr id="1" name=""/>
        <p:cNvGrpSpPr/>
        <p:nvPr/>
      </p:nvGrpSpPr>
      <p:grpSpPr>
        <a:xfrm>
          <a:off x="0" y="0"/>
          <a:ext cx="0" cy="0"/>
          <a:chOff x="0" y="0"/>
          <a:chExt cx="0" cy="0"/>
        </a:xfrm>
      </p:grpSpPr>
      <p:sp>
        <p:nvSpPr>
          <p:cNvPr id="13" name="Text Placeholder 12"/>
          <p:cNvSpPr>
            <a:spLocks noGrp="1"/>
          </p:cNvSpPr>
          <p:nvPr>
            <p:ph type="body" sz="quarter" idx="14"/>
          </p:nvPr>
        </p:nvSpPr>
        <p:spPr>
          <a:xfrm>
            <a:off x="244475" y="1866900"/>
            <a:ext cx="2622550" cy="4391025"/>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Text Placeholder 12"/>
          <p:cNvSpPr>
            <a:spLocks noGrp="1"/>
          </p:cNvSpPr>
          <p:nvPr>
            <p:ph type="body" sz="quarter" idx="15"/>
          </p:nvPr>
        </p:nvSpPr>
        <p:spPr>
          <a:xfrm>
            <a:off x="3292474" y="1866900"/>
            <a:ext cx="2593975" cy="4362450"/>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ext Placeholder 12"/>
          <p:cNvSpPr>
            <a:spLocks noGrp="1"/>
          </p:cNvSpPr>
          <p:nvPr>
            <p:ph type="body" sz="quarter" idx="16"/>
          </p:nvPr>
        </p:nvSpPr>
        <p:spPr>
          <a:xfrm>
            <a:off x="6275388" y="1866900"/>
            <a:ext cx="2633662" cy="4333875"/>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1" name="Text Placeholder 20"/>
          <p:cNvSpPr>
            <a:spLocks noGrp="1" noChangeAspect="1"/>
          </p:cNvSpPr>
          <p:nvPr>
            <p:ph type="body" sz="quarter" idx="17"/>
          </p:nvPr>
        </p:nvSpPr>
        <p:spPr>
          <a:xfrm>
            <a:off x="219456"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smtClean="0"/>
              <a:t>Click to edit Master text styles</a:t>
            </a:r>
          </a:p>
        </p:txBody>
      </p:sp>
      <p:sp>
        <p:nvSpPr>
          <p:cNvPr id="22" name="Text Placeholder 20"/>
          <p:cNvSpPr>
            <a:spLocks noGrp="1"/>
          </p:cNvSpPr>
          <p:nvPr>
            <p:ph type="body" sz="quarter" idx="18"/>
          </p:nvPr>
        </p:nvSpPr>
        <p:spPr>
          <a:xfrm>
            <a:off x="3255264"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dirty="0" smtClean="0"/>
              <a:t>Click to edit Master text styles</a:t>
            </a:r>
          </a:p>
        </p:txBody>
      </p:sp>
      <p:sp>
        <p:nvSpPr>
          <p:cNvPr id="24" name="Text Placeholder 20"/>
          <p:cNvSpPr>
            <a:spLocks noGrp="1" noChangeAspect="1"/>
          </p:cNvSpPr>
          <p:nvPr>
            <p:ph type="body" sz="quarter" idx="19"/>
          </p:nvPr>
        </p:nvSpPr>
        <p:spPr>
          <a:xfrm>
            <a:off x="6247902"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dirty="0" smtClean="0"/>
              <a:t>Click to edit Master text styles</a:t>
            </a:r>
          </a:p>
        </p:txBody>
      </p:sp>
      <p:cxnSp>
        <p:nvCxnSpPr>
          <p:cNvPr id="11" name="Straight Connector 10"/>
          <p:cNvCxnSpPr/>
          <p:nvPr userDrawn="1"/>
        </p:nvCxnSpPr>
        <p:spPr>
          <a:xfrm>
            <a:off x="3082817" y="869003"/>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6083084" y="869003"/>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hart">
    <p:spTree>
      <p:nvGrpSpPr>
        <p:cNvPr id="1" name=""/>
        <p:cNvGrpSpPr/>
        <p:nvPr/>
      </p:nvGrpSpPr>
      <p:grpSpPr>
        <a:xfrm>
          <a:off x="0" y="0"/>
          <a:ext cx="0" cy="0"/>
          <a:chOff x="0" y="0"/>
          <a:chExt cx="0" cy="0"/>
        </a:xfrm>
      </p:grpSpPr>
      <p:sp>
        <p:nvSpPr>
          <p:cNvPr id="39" name="Title 1"/>
          <p:cNvSpPr>
            <a:spLocks noGrp="1"/>
          </p:cNvSpPr>
          <p:nvPr>
            <p:ph type="title" hasCustomPrompt="1"/>
          </p:nvPr>
        </p:nvSpPr>
        <p:spPr>
          <a:xfrm>
            <a:off x="246972" y="439710"/>
            <a:ext cx="8567244" cy="838200"/>
          </a:xfrm>
        </p:spPr>
        <p:txBody>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smtClean="0"/>
              <a:t>Slide Title Goes Here</a:t>
            </a:r>
            <a:endParaRPr lang="en-US" dirty="0"/>
          </a:p>
        </p:txBody>
      </p:sp>
      <p:sp>
        <p:nvSpPr>
          <p:cNvPr id="36" name="Chart Placeholder 35"/>
          <p:cNvSpPr>
            <a:spLocks noGrp="1"/>
          </p:cNvSpPr>
          <p:nvPr>
            <p:ph type="chart" sz="quarter" idx="10"/>
          </p:nvPr>
        </p:nvSpPr>
        <p:spPr>
          <a:xfrm>
            <a:off x="359764" y="1476375"/>
            <a:ext cx="8439461" cy="4305300"/>
          </a:xfrm>
        </p:spPr>
        <p:txBody>
          <a:bodyPr anchor="ctr" anchorCtr="1"/>
          <a:lstStyle>
            <a:lvl1pPr>
              <a:buNone/>
              <a:defRPr>
                <a:latin typeface="+mj-lt"/>
              </a:defRPr>
            </a:lvl1pPr>
          </a:lstStyle>
          <a:p>
            <a:r>
              <a:rPr lang="en-US" dirty="0" smtClean="0"/>
              <a:t>Click icon to add chart</a:t>
            </a:r>
            <a:endParaRPr lang="en-US" dirty="0"/>
          </a:p>
        </p:txBody>
      </p:sp>
      <p:sp>
        <p:nvSpPr>
          <p:cNvPr id="4" name="Text Placeholder 9"/>
          <p:cNvSpPr>
            <a:spLocks noGrp="1"/>
          </p:cNvSpPr>
          <p:nvPr>
            <p:ph type="body" sz="quarter" idx="11" hasCustomPrompt="1"/>
          </p:nvPr>
        </p:nvSpPr>
        <p:spPr>
          <a:xfrm>
            <a:off x="249466" y="6062114"/>
            <a:ext cx="7461250" cy="276999"/>
          </a:xfrm>
        </p:spPr>
        <p:txBody>
          <a:bodyPr wrap="square" anchor="b" anchorCtr="0">
            <a:spAutoFit/>
          </a:bodyPr>
          <a:lstStyle>
            <a:lvl1pPr algn="l" defTabSz="804863">
              <a:lnSpc>
                <a:spcPct val="100000"/>
              </a:lnSpc>
              <a:spcBef>
                <a:spcPct val="50000"/>
              </a:spcBef>
              <a:buNone/>
              <a:defRPr sz="1200">
                <a:solidFill>
                  <a:srgbClr val="435153"/>
                </a:solidFill>
                <a:latin typeface="+mj-lt"/>
              </a:defRPr>
            </a:lvl1pPr>
            <a:lvl2pPr>
              <a:buFont typeface="Arial" pitchFamily="34" charset="0"/>
              <a:buNone/>
              <a:defRPr sz="1400"/>
            </a:lvl2pPr>
            <a:lvl3pPr>
              <a:buFont typeface="Arial" pitchFamily="34" charset="0"/>
              <a:buNone/>
              <a:defRPr sz="1400"/>
            </a:lvl3pPr>
            <a:lvl4pPr>
              <a:buFont typeface="Arial" pitchFamily="34" charset="0"/>
              <a:buNone/>
              <a:defRPr sz="1400"/>
            </a:lvl4pPr>
            <a:lvl5pPr>
              <a:buFont typeface="Arial" pitchFamily="34" charset="0"/>
              <a:buNone/>
              <a:defRPr sz="1400"/>
            </a:lvl5pPr>
          </a:lstStyle>
          <a:p>
            <a:pPr lvl="0"/>
            <a:r>
              <a:rPr lang="en-US" dirty="0" smtClean="0"/>
              <a:t>Source: Placeholder for Notes Is 12 Points</a:t>
            </a:r>
          </a:p>
        </p:txBody>
      </p:sp>
    </p:spTree>
  </p:cSld>
  <p:clrMapOvr>
    <a:masterClrMapping/>
  </p:clrMapOvr>
  <p:transition>
    <p:wipe dir="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ottom title_photo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5430244"/>
            <a:ext cx="8558698" cy="838200"/>
          </a:xfr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smtClean="0"/>
              <a:t>Slide Title Goes Here</a:t>
            </a:r>
            <a:endParaRPr lang="en-US" dirty="0"/>
          </a:p>
        </p:txBody>
      </p:sp>
      <p:sp>
        <p:nvSpPr>
          <p:cNvPr id="4" name="Text Placeholder 3"/>
          <p:cNvSpPr>
            <a:spLocks noGrp="1"/>
          </p:cNvSpPr>
          <p:nvPr>
            <p:ph type="body" sz="quarter" idx="10" hasCustomPrompt="1"/>
          </p:nvPr>
        </p:nvSpPr>
        <p:spPr>
          <a:xfrm>
            <a:off x="246888" y="1600200"/>
            <a:ext cx="4005072" cy="3749040"/>
          </a:xfrm>
        </p:spPr>
        <p:txBody>
          <a:bodyPr anchor="ctr" anchorCtr="0">
            <a:normAutofit/>
          </a:bodyPr>
          <a:lstStyle>
            <a:lvl1pPr marL="0" indent="0">
              <a:buFontTx/>
              <a:buNone/>
              <a:defRPr sz="2400" baseline="0">
                <a:solidFill>
                  <a:schemeClr val="tx1">
                    <a:lumMod val="75000"/>
                  </a:schemeClr>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smtClean="0"/>
              <a:t>Simple text goes here and can wrap to accommodate more lines of information</a:t>
            </a:r>
          </a:p>
        </p:txBody>
      </p:sp>
      <p:sp>
        <p:nvSpPr>
          <p:cNvPr id="6" name="Picture Placeholder 5"/>
          <p:cNvSpPr>
            <a:spLocks noGrp="1"/>
          </p:cNvSpPr>
          <p:nvPr>
            <p:ph type="pic" sz="quarter" idx="11" hasCustomPrompt="1"/>
          </p:nvPr>
        </p:nvSpPr>
        <p:spPr>
          <a:xfrm>
            <a:off x="4873752" y="1947672"/>
            <a:ext cx="3429000" cy="2990088"/>
          </a:xfrm>
        </p:spPr>
        <p:txBody>
          <a:bodyPr anchor="ctr" anchorCtr="1"/>
          <a:lstStyle>
            <a:lvl1pPr algn="ctr">
              <a:buFontTx/>
              <a:buNone/>
              <a:defRPr>
                <a:latin typeface="+mj-lt"/>
              </a:defRPr>
            </a:lvl1pPr>
          </a:lstStyle>
          <a:p>
            <a:r>
              <a:rPr lang="en-US" dirty="0" smtClean="0"/>
              <a:t>Insert photo here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ottom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5430244"/>
            <a:ext cx="8558698" cy="838200"/>
          </a:xfr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smtClean="0"/>
              <a:t>Slide Title Goes Here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93776" y="5852160"/>
            <a:ext cx="8112126" cy="384175"/>
          </a:xfrm>
        </p:spPr>
        <p:txBody>
          <a:bodyPr>
            <a:normAutofit/>
          </a:bodyPr>
          <a:lstStyle>
            <a:lvl1pPr marL="0" indent="0" algn="l"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rgbClr val="493B93"/>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spcBef>
                <a:spcPct val="20000"/>
              </a:spcBef>
              <a:buFont typeface="Arial" pitchFamily="34" charset="0"/>
              <a:buNone/>
            </a:pPr>
            <a:r>
              <a:rPr lang="en-US" dirty="0" smtClean="0"/>
              <a:t>Presenter Name and Title Go Here</a:t>
            </a:r>
            <a:endParaRPr lang="en-US" dirty="0"/>
          </a:p>
        </p:txBody>
      </p:sp>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19456" y="649224"/>
            <a:ext cx="8112125" cy="4480560"/>
          </a:xfrm>
        </p:spPr>
        <p:txBody>
          <a:bodyPr/>
          <a:lstStyle>
            <a:lvl1pPr marL="236538" indent="-236538" algn="l" defTabSz="914400" rtl="0" eaLnBrk="1" latinLnBrk="0" hangingPunct="1">
              <a:lnSpc>
                <a:spcPts val="5200"/>
              </a:lnSpc>
              <a:spcBef>
                <a:spcPct val="20000"/>
              </a:spcBef>
              <a:buClr>
                <a:schemeClr val="tx1"/>
              </a:buClr>
              <a:buFont typeface="Arial" pitchFamily="34" charset="0"/>
              <a:buNone/>
              <a:defRPr kumimoji="0" lang="en-US" sz="5400" b="0" i="0" u="none" strike="noStrike" kern="1200" cap="none" spc="0" normalizeH="0" baseline="0" dirty="0">
                <a:ln>
                  <a:noFill/>
                </a:ln>
                <a:gradFill flip="none" rotWithShape="1">
                  <a:gsLst>
                    <a:gs pos="16000">
                      <a:srgbClr val="6B308D">
                        <a:lumMod val="80000"/>
                        <a:lumOff val="20000"/>
                      </a:srgbClr>
                    </a:gs>
                    <a:gs pos="100000">
                      <a:srgbClr val="28A7DF"/>
                    </a:gs>
                  </a:gsLst>
                  <a:lin ang="1800000" scaled="0"/>
                  <a:tileRect/>
                </a:gradFill>
                <a:effectLst/>
                <a:uLnTx/>
                <a:uFillTx/>
                <a:latin typeface="+mj-lt"/>
                <a:ea typeface="+mj-ea"/>
                <a:cs typeface="Arial" pitchFamily="34" charset="0"/>
              </a:defRPr>
            </a:lvl1pPr>
          </a:lstStyle>
          <a:p>
            <a:r>
              <a:rPr lang="en-US" dirty="0" smtClean="0"/>
              <a:t>“Format large quotes using this slide layout. Be sure to cite your source below.”</a:t>
            </a:r>
            <a:endParaRPr lang="en-US" dirty="0"/>
          </a:p>
        </p:txBody>
      </p:sp>
      <p:sp>
        <p:nvSpPr>
          <p:cNvPr id="49"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Tree>
  </p:cSld>
  <p:clrMapOvr>
    <a:masterClrMapping/>
  </p:clrMapOvr>
  <p:transition>
    <p:wipe dir="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237744" y="484632"/>
            <a:ext cx="8755128" cy="4372131"/>
          </a:xfrm>
        </p:spPr>
        <p:txBody>
          <a:bodyPr anchor="b" anchorCtr="0"/>
          <a:lstStyle>
            <a:lvl1pPr marL="228600" indent="-228600">
              <a:buFont typeface="Arial" pitchFamily="34" charset="0"/>
              <a:buChar char="“"/>
              <a:defRPr sz="6000" spc="-200" baseline="0">
                <a:solidFill>
                  <a:schemeClr val="bg1"/>
                </a:solidFill>
                <a:latin typeface="+mj-lt"/>
              </a:defRPr>
            </a:lvl1pPr>
          </a:lstStyle>
          <a:p>
            <a:r>
              <a:rPr lang="en-US" dirty="0" smtClean="0"/>
              <a:t>Format large quotes using this slide layout. Be sure to cite your source below.”</a:t>
            </a:r>
            <a:endParaRPr lang="en-US" dirty="0"/>
          </a:p>
        </p:txBody>
      </p:sp>
      <p:sp>
        <p:nvSpPr>
          <p:cNvPr id="28" name="Rectangle 5"/>
          <p:cNvSpPr>
            <a:spLocks noChangeArrowheads="1"/>
          </p:cNvSpPr>
          <p:nvPr/>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a:t>
            </a:r>
            <a:r>
              <a:rPr lang="en-US" sz="600" dirty="0" smtClean="0">
                <a:solidFill>
                  <a:schemeClr val="bg1"/>
                </a:solidFill>
                <a:latin typeface="+mj-lt"/>
              </a:rPr>
              <a:t>Public</a:t>
            </a:r>
            <a:endParaRPr lang="en-US" sz="600" dirty="0">
              <a:solidFill>
                <a:schemeClr val="bg1"/>
              </a:solidFill>
              <a:latin typeface="+mj-lt"/>
            </a:endParaRPr>
          </a:p>
        </p:txBody>
      </p:sp>
      <p:sp>
        <p:nvSpPr>
          <p:cNvPr id="7" name="Text Placeholder 4"/>
          <p:cNvSpPr>
            <a:spLocks noGrp="1"/>
          </p:cNvSpPr>
          <p:nvPr>
            <p:ph type="body" sz="quarter" idx="11" hasCustomPrompt="1"/>
          </p:nvPr>
        </p:nvSpPr>
        <p:spPr>
          <a:xfrm>
            <a:off x="460248" y="5358903"/>
            <a:ext cx="8574685" cy="614362"/>
          </a:xfrm>
        </p:spPr>
        <p:txBody>
          <a:bodyPr vert="horz" lIns="91440" tIns="45720" rIns="91440" bIns="45720" rtlCol="0">
            <a:normAutofit/>
          </a:bodyPr>
          <a:lstStyle>
            <a:lvl1pPr marL="0" indent="0">
              <a:buNone/>
              <a:defRPr lang="en-US" sz="2400" kern="1200" dirty="0" smtClean="0">
                <a:solidFill>
                  <a:schemeClr val="bg1"/>
                </a:solidFill>
                <a:latin typeface="+mj-lt"/>
                <a:ea typeface="+mn-ea"/>
                <a:cs typeface="+mn-cs"/>
              </a:defRPr>
            </a:lvl1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smtClean="0"/>
              <a:t>Source</a:t>
            </a:r>
            <a:endParaRPr lang="en-US" dirty="0"/>
          </a:p>
        </p:txBody>
      </p:sp>
      <p:sp>
        <p:nvSpPr>
          <p:cNvPr id="21"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FFFFFF"/>
                </a:solidFill>
                <a:latin typeface="+mj-lt"/>
              </a:rPr>
              <a:t>© 2013 Cisco and/or its affiliates. All rights reserved.</a:t>
            </a:r>
            <a:endParaRPr lang="en-US" sz="600" dirty="0">
              <a:solidFill>
                <a:srgbClr val="FFFFFF"/>
              </a:solidFill>
              <a:latin typeface="+mj-lt"/>
            </a:endParaRPr>
          </a:p>
        </p:txBody>
      </p:sp>
      <p:sp>
        <p:nvSpPr>
          <p:cNvPr id="2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torytellin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29702" y="1918741"/>
            <a:ext cx="4117446" cy="3020518"/>
          </a:xfrm>
        </p:spPr>
        <p:txBody>
          <a:bodyPr vert="horz" lIns="82296" tIns="45720" rIns="82296" bIns="45720" rtlCol="0" anchor="ctr" anchorCtr="0">
            <a:noAutofit/>
          </a:bodyPr>
          <a:lstStyle>
            <a:lvl1pPr marL="0" indent="0" algn="l" defTabSz="914400" rtl="0" eaLnBrk="1" latinLnBrk="0" hangingPunct="1">
              <a:lnSpc>
                <a:spcPct val="80000"/>
              </a:lnSpc>
              <a:spcBef>
                <a:spcPct val="0"/>
              </a:spcBef>
              <a:buClr>
                <a:schemeClr val="tx1"/>
              </a:buClr>
              <a:buFont typeface="Ciscolight" pitchFamily="2" charset="0"/>
              <a:buNone/>
              <a:defRPr kumimoji="0" lang="en-US" sz="5400" b="0" i="0" u="none" strike="noStrike" kern="1200" cap="none" spc="0" normalizeH="0" baseline="0" dirty="0">
                <a:ln>
                  <a:noFill/>
                </a:ln>
                <a:gradFill flip="none" rotWithShape="1">
                  <a:gsLst>
                    <a:gs pos="16000">
                      <a:srgbClr val="6B308D">
                        <a:lumMod val="80000"/>
                        <a:lumOff val="20000"/>
                      </a:srgbClr>
                    </a:gs>
                    <a:gs pos="100000">
                      <a:srgbClr val="28A7DF"/>
                    </a:gs>
                  </a:gsLst>
                  <a:lin ang="1800000" scaled="0"/>
                  <a:tileRect/>
                </a:gradFill>
                <a:effectLst/>
                <a:uLnTx/>
                <a:uFillTx/>
                <a:latin typeface="+mj-lt"/>
                <a:ea typeface="+mj-ea"/>
                <a:cs typeface="Arial" pitchFamily="34" charset="0"/>
              </a:defRPr>
            </a:lvl1pPr>
          </a:lstStyle>
          <a:p>
            <a:r>
              <a:rPr lang="en-US" dirty="0" smtClean="0"/>
              <a:t>Telling Shared Experiences</a:t>
            </a:r>
            <a:endParaRPr lang="en-US" dirty="0"/>
          </a:p>
        </p:txBody>
      </p:sp>
      <p:sp>
        <p:nvSpPr>
          <p:cNvPr id="9" name="Text Placeholder 3"/>
          <p:cNvSpPr>
            <a:spLocks noGrp="1"/>
          </p:cNvSpPr>
          <p:nvPr>
            <p:ph type="body" sz="quarter" idx="11" hasCustomPrompt="1"/>
          </p:nvPr>
        </p:nvSpPr>
        <p:spPr>
          <a:xfrm>
            <a:off x="4922519" y="777667"/>
            <a:ext cx="3895344" cy="5287676"/>
          </a:xfrm>
        </p:spPr>
        <p:txBody>
          <a:bodyPr anchor="ctr" anchorCtr="0">
            <a:normAutofit/>
          </a:bodyPr>
          <a:lstStyle>
            <a:lvl1pPr marL="0" indent="0">
              <a:buFontTx/>
              <a:buNone/>
              <a:defRPr lang="en-US" sz="2000" kern="1200" dirty="0">
                <a:solidFill>
                  <a:srgbClr val="493B93"/>
                </a:solidFill>
                <a:latin typeface="+mj-lt"/>
                <a:ea typeface="+mn-ea"/>
                <a:cs typeface="+mn-cs"/>
              </a:defRPr>
            </a:lvl1pPr>
            <a:lvl2pPr>
              <a:defRPr sz="2000"/>
            </a:lvl2pPr>
            <a:lvl3pPr>
              <a:defRPr sz="2000"/>
            </a:lvl3pPr>
            <a:lvl4pPr>
              <a:defRPr sz="2000"/>
            </a:lvl4pPr>
            <a:lvl5pPr>
              <a:defRPr sz="2000"/>
            </a:lvl5pPr>
          </a:lstStyle>
          <a:p>
            <a:pPr marL="0" lvl="0" indent="0" algn="l" defTabSz="914400" rtl="0" eaLnBrk="1" latinLnBrk="0" hangingPunct="1">
              <a:lnSpc>
                <a:spcPts val="2400"/>
              </a:lnSpc>
              <a:spcBef>
                <a:spcPts val="0"/>
              </a:spcBef>
              <a:buClr>
                <a:srgbClr val="435153"/>
              </a:buClr>
              <a:buFont typeface="Arial" pitchFamily="34" charset="0"/>
              <a:buNone/>
            </a:pPr>
            <a:r>
              <a:rPr lang="en-US" dirty="0" smtClean="0"/>
              <a:t>Tell your story here</a:t>
            </a:r>
            <a:endParaRPr lang="en-US" dirty="0"/>
          </a:p>
        </p:txBody>
      </p:sp>
      <p:cxnSp>
        <p:nvCxnSpPr>
          <p:cNvPr id="5" name="Straight Connector 4"/>
          <p:cNvCxnSpPr/>
          <p:nvPr userDrawn="1"/>
        </p:nvCxnSpPr>
        <p:spPr>
          <a:xfrm>
            <a:off x="4486587" y="777667"/>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700"/>
                                        <p:tgtEl>
                                          <p:spTgt spid="4"/>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11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tmplLst>
          <p:tmpl lvl="1">
            <p:tnLst>
              <p:par>
                <p:cTn presetID="10" presetClass="entr" presetSubtype="0" fill="hold" nodeType="withEffect">
                  <p:stCondLst>
                    <p:cond delay="400"/>
                  </p:stCondLst>
                  <p:childTnLst>
                    <p:set>
                      <p:cBhvr>
                        <p:cTn dur="1" fill="hold">
                          <p:stCondLst>
                            <p:cond delay="0"/>
                          </p:stCondLst>
                        </p:cTn>
                        <p:tgtEl>
                          <p:spTgt spid="9"/>
                        </p:tgtEl>
                        <p:attrNameLst>
                          <p:attrName>style.visibility</p:attrName>
                        </p:attrNameLst>
                      </p:cBhvr>
                      <p:to>
                        <p:strVal val="visible"/>
                      </p:to>
                    </p:set>
                    <p:animEffect transition="in" filter="fade">
                      <p:cBhvr>
                        <p:cTn dur="1100"/>
                        <p:tgtEl>
                          <p:spTgt spid="9"/>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36383" y="4279392"/>
            <a:ext cx="4684867" cy="384175"/>
          </a:xfrm>
        </p:spPr>
        <p:txBody>
          <a:bodyPr vert="horz" lIns="91440" tIns="45720" rIns="91440" bIns="45720" rtlCol="0">
            <a:normAutofit/>
          </a:bodyPr>
          <a:lstStyle>
            <a:lvl1pPr marL="0" indent="0" algn="l" defTabSz="914400" rtl="0" eaLnBrk="1" latinLnBrk="0" hangingPunct="1">
              <a:lnSpc>
                <a:spcPct val="95000"/>
              </a:lnSpc>
              <a:spcBef>
                <a:spcPct val="20000"/>
              </a:spcBef>
              <a:buClr>
                <a:srgbClr val="92D050"/>
              </a:buClr>
              <a:buSzPct val="90000"/>
              <a:buFont typeface="Arial" pitchFamily="34" charset="0"/>
              <a:buNone/>
              <a:tabLst/>
              <a:defRPr kumimoji="0" lang="en-US" sz="2000" b="0" i="0" u="none" strike="noStrike" kern="1200" cap="none" spc="0" normalizeH="0" baseline="0" dirty="0">
                <a:ln>
                  <a:noFill/>
                </a:ln>
                <a:solidFill>
                  <a:srgbClr val="493B93"/>
                </a:solidFill>
                <a:effectLst/>
                <a:uLnTx/>
                <a:uFillTx/>
                <a:latin typeface="+mj-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smtClean="0"/>
              <a:t>Presenter Name and Title Go Here</a:t>
            </a:r>
            <a:endParaRPr lang="en-US" dirty="0"/>
          </a:p>
        </p:txBody>
      </p:sp>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08693" y="3282696"/>
            <a:ext cx="4712557" cy="1022350"/>
          </a:xfrm>
        </p:spPr>
        <p:txBody>
          <a:bodyPr vert="horz" lIns="82296" tIns="45720" rIns="82296" bIns="45720" rtlCol="0" anchor="b" anchorCtr="0">
            <a:noAutofit/>
          </a:bodyPr>
          <a:lstStyle>
            <a:lvl1pPr marL="0" indent="0" algn="l" defTabSz="914400" rtl="0" eaLnBrk="1" latinLnBrk="0" hangingPunct="1">
              <a:lnSpc>
                <a:spcPct val="80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smtClean="0"/>
              <a:t>Demo Title</a:t>
            </a:r>
            <a:endParaRPr lang="en-US" dirty="0"/>
          </a:p>
        </p:txBody>
      </p:sp>
      <p:sp>
        <p:nvSpPr>
          <p:cNvPr id="49"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31" name="Picture Placeholder 30"/>
          <p:cNvSpPr>
            <a:spLocks noGrp="1"/>
          </p:cNvSpPr>
          <p:nvPr>
            <p:ph type="pic" sz="quarter" idx="10" hasCustomPrompt="1"/>
          </p:nvPr>
        </p:nvSpPr>
        <p:spPr>
          <a:xfrm>
            <a:off x="5540375" y="1917700"/>
            <a:ext cx="2676525" cy="2889250"/>
          </a:xfrm>
        </p:spPr>
        <p:txBody>
          <a:bodyPr anchor="ctr" anchorCtr="1"/>
          <a:lstStyle>
            <a:lvl1pPr algn="ctr">
              <a:buFontTx/>
              <a:buNone/>
              <a:defRPr>
                <a:latin typeface="+mj-lt"/>
              </a:defRPr>
            </a:lvl1pPr>
          </a:lstStyle>
          <a:p>
            <a:r>
              <a:rPr lang="en-US" dirty="0" smtClean="0"/>
              <a:t>Insert photo here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ingle photo with caption">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9" name="Rectangle 28"/>
          <p:cNvSpPr/>
          <p:nvPr/>
        </p:nvSpPr>
        <p:spPr>
          <a:xfrm>
            <a:off x="1891875" y="795528"/>
            <a:ext cx="5349240" cy="400507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3" name="Rectangle 22"/>
          <p:cNvSpPr/>
          <p:nvPr userDrawn="1"/>
        </p:nvSpPr>
        <p:spPr>
          <a:xfrm>
            <a:off x="1891874" y="4794352"/>
            <a:ext cx="5347552" cy="996372"/>
          </a:xfrm>
          <a:prstGeom prst="rect">
            <a:avLst/>
          </a:prstGeom>
          <a:solidFill>
            <a:schemeClr val="bg1"/>
          </a:solid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1900238" y="795528"/>
            <a:ext cx="5329238" cy="4005072"/>
          </a:xfrm>
          <a:solidFill>
            <a:schemeClr val="bg1">
              <a:alpha val="30000"/>
            </a:schemeClr>
          </a:solidFill>
          <a:ln>
            <a:solidFill>
              <a:srgbClr val="FFFFFF"/>
            </a:solidFill>
          </a:ln>
        </p:spPr>
        <p:txBody>
          <a:bodyPr anchor="ctr" anchorCtr="0"/>
          <a:lstStyle>
            <a:lvl1pPr algn="ctr">
              <a:buFontTx/>
              <a:buNone/>
              <a:defRPr>
                <a:solidFill>
                  <a:schemeClr val="bg1"/>
                </a:solidFill>
                <a:latin typeface="+mj-lt"/>
              </a:defRPr>
            </a:lvl1pPr>
          </a:lstStyle>
          <a:p>
            <a:r>
              <a:rPr lang="en-US" dirty="0" smtClean="0"/>
              <a:t>Insert photo here</a:t>
            </a:r>
            <a:endParaRPr lang="en-US" dirty="0"/>
          </a:p>
        </p:txBody>
      </p:sp>
      <p:sp>
        <p:nvSpPr>
          <p:cNvPr id="11" name="Title 10"/>
          <p:cNvSpPr>
            <a:spLocks noGrp="1"/>
          </p:cNvSpPr>
          <p:nvPr>
            <p:ph type="title"/>
          </p:nvPr>
        </p:nvSpPr>
        <p:spPr>
          <a:xfrm>
            <a:off x="2065871" y="4873438"/>
            <a:ext cx="5074070" cy="838200"/>
          </a:xfrm>
        </p:spPr>
        <p:txBody>
          <a:bodyPr anchor="ctr"/>
          <a:lstStyle>
            <a:lvl1pPr>
              <a:defRPr sz="2600">
                <a:latin typeface="+mj-lt"/>
              </a:defRPr>
            </a:lvl1pPr>
          </a:lstStyle>
          <a:p>
            <a:r>
              <a:rPr lang="en-US" smtClean="0"/>
              <a:t>Click to edit Master title style</a:t>
            </a:r>
            <a:endParaRPr lang="en-US" dirty="0"/>
          </a:p>
        </p:txBody>
      </p:sp>
      <p:sp>
        <p:nvSpPr>
          <p:cNvPr id="8"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a:t>
            </a:r>
            <a:r>
              <a:rPr lang="en-US" sz="600" dirty="0" smtClean="0">
                <a:solidFill>
                  <a:schemeClr val="bg1"/>
                </a:solidFill>
                <a:latin typeface="+mj-lt"/>
              </a:rPr>
              <a:t>Public</a:t>
            </a:r>
            <a:endParaRPr lang="en-US" sz="600" dirty="0">
              <a:solidFill>
                <a:schemeClr val="bg1"/>
              </a:solidFill>
              <a:latin typeface="+mj-lt"/>
            </a:endParaRP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FFFFFF"/>
                </a:solidFill>
                <a:latin typeface="+mj-lt"/>
              </a:rPr>
              <a:t>© 2013 Cisco and/or its affiliates. All rights reserved.</a:t>
            </a:r>
            <a:endParaRPr lang="en-US" sz="600" dirty="0">
              <a:solidFill>
                <a:srgbClr val="FFFFFF"/>
              </a:solidFill>
              <a:latin typeface="+mj-lt"/>
            </a:endParaRPr>
          </a:p>
        </p:txBody>
      </p:sp>
      <p:sp>
        <p:nvSpPr>
          <p:cNvPr id="1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Small photo_top lef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2" name="Rectangle 31"/>
          <p:cNvSpPr/>
          <p:nvPr/>
        </p:nvSpPr>
        <p:spPr>
          <a:xfrm>
            <a:off x="338328" y="310896"/>
            <a:ext cx="3273552" cy="2459736"/>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338328" y="310896"/>
            <a:ext cx="3273552" cy="2459736"/>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9" name="Title 8"/>
          <p:cNvSpPr>
            <a:spLocks noGrp="1"/>
          </p:cNvSpPr>
          <p:nvPr>
            <p:ph type="title" hasCustomPrompt="1"/>
          </p:nvPr>
        </p:nvSpPr>
        <p:spPr>
          <a:xfrm>
            <a:off x="229703" y="3429000"/>
            <a:ext cx="7009298" cy="1421928"/>
          </a:xfrm>
        </p:spPr>
        <p:txBody>
          <a:bodyPr anchor="t">
            <a:spAutoFit/>
          </a:bodyPr>
          <a:lstStyle>
            <a:lvl1pPr marL="0" marR="0" indent="0" algn="l" defTabSz="914400" rtl="0" eaLnBrk="1" fontAlgn="auto" latinLnBrk="0" hangingPunct="1">
              <a:lnSpc>
                <a:spcPct val="80000"/>
              </a:lnSpc>
              <a:spcBef>
                <a:spcPct val="0"/>
              </a:spcBef>
              <a:spcAft>
                <a:spcPts val="0"/>
              </a:spcAft>
              <a:buClrTx/>
              <a:buSzTx/>
              <a:buFontTx/>
              <a:buNone/>
              <a:tabLst/>
              <a:defRPr sz="5400">
                <a:solidFill>
                  <a:schemeClr val="bg1"/>
                </a:solidFill>
                <a:latin typeface="+mj-lt"/>
              </a:defRPr>
            </a:lvl1pPr>
          </a:lstStyle>
          <a:p>
            <a:r>
              <a:rPr lang="en-US" dirty="0" smtClean="0"/>
              <a:t>Large photo </a:t>
            </a:r>
            <a:br>
              <a:rPr lang="en-US" dirty="0" smtClean="0"/>
            </a:br>
            <a:r>
              <a:rPr lang="en-US" dirty="0" smtClean="0"/>
              <a:t>caption here.</a:t>
            </a:r>
          </a:p>
        </p:txBody>
      </p:sp>
      <p:sp>
        <p:nvSpPr>
          <p:cNvPr id="7"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a:t>
            </a:r>
            <a:r>
              <a:rPr lang="en-US" sz="600" dirty="0" smtClean="0">
                <a:solidFill>
                  <a:schemeClr val="bg1"/>
                </a:solidFill>
                <a:latin typeface="+mj-lt"/>
              </a:rPr>
              <a:t>Public</a:t>
            </a:r>
            <a:endParaRPr lang="en-US" sz="600" dirty="0">
              <a:solidFill>
                <a:schemeClr val="bg1"/>
              </a:solidFill>
              <a:latin typeface="+mj-lt"/>
            </a:endParaRP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FFFFFF"/>
                </a:solidFill>
                <a:latin typeface="+mj-lt"/>
              </a:rPr>
              <a:t>© 2013 Cisco and/or its affiliates. All rights reserved.</a:t>
            </a:r>
            <a:endParaRPr lang="en-US" sz="600" dirty="0">
              <a:solidFill>
                <a:srgbClr val="FFFFFF"/>
              </a:solidFill>
              <a:latin typeface="+mj-lt"/>
            </a:endParaRPr>
          </a:p>
        </p:txBody>
      </p:sp>
      <p:sp>
        <p:nvSpPr>
          <p:cNvPr id="1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Portrait photo_right s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0" name="Rectangle 39"/>
          <p:cNvSpPr/>
          <p:nvPr/>
        </p:nvSpPr>
        <p:spPr>
          <a:xfrm>
            <a:off x="4992624" y="859536"/>
            <a:ext cx="3630168" cy="50292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4992624" y="859536"/>
            <a:ext cx="3630168" cy="5029200"/>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anchor="ctr" anchorCtr="0"/>
          <a:lstStyle>
            <a:lvl1pPr algn="ctr">
              <a:buFontTx/>
              <a:buNone/>
              <a:defRPr>
                <a:solidFill>
                  <a:schemeClr val="bg1"/>
                </a:solidFill>
                <a:latin typeface="+mj-lt"/>
              </a:defRPr>
            </a:lvl1pPr>
          </a:lstStyle>
          <a:p>
            <a:r>
              <a:rPr lang="en-US" dirty="0" smtClean="0"/>
              <a:t>Insert photo here</a:t>
            </a:r>
            <a:endParaRPr lang="en-US" dirty="0"/>
          </a:p>
        </p:txBody>
      </p:sp>
      <p:sp>
        <p:nvSpPr>
          <p:cNvPr id="9" name="Title 8"/>
          <p:cNvSpPr>
            <a:spLocks noGrp="1"/>
          </p:cNvSpPr>
          <p:nvPr>
            <p:ph type="title"/>
          </p:nvPr>
        </p:nvSpPr>
        <p:spPr>
          <a:xfrm>
            <a:off x="229703" y="728972"/>
            <a:ext cx="4349918" cy="1089529"/>
          </a:xfrm>
        </p:spPr>
        <p:txBody>
          <a:bodyPr anchor="t">
            <a:spAutoFit/>
          </a:bodyPr>
          <a:lstStyle>
            <a:lvl1pPr>
              <a:lnSpc>
                <a:spcPct val="90000"/>
              </a:lnSpc>
              <a:defRPr>
                <a:solidFill>
                  <a:schemeClr val="bg1"/>
                </a:solidFill>
                <a:latin typeface="+mj-lt"/>
              </a:defRPr>
            </a:lvl1pPr>
          </a:lstStyle>
          <a:p>
            <a:r>
              <a:rPr lang="en-US" smtClean="0"/>
              <a:t>Click to edit Master title style</a:t>
            </a:r>
            <a:endParaRPr lang="en-US" dirty="0"/>
          </a:p>
        </p:txBody>
      </p:sp>
      <p:sp>
        <p:nvSpPr>
          <p:cNvPr id="7"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a:t>
            </a:r>
            <a:r>
              <a:rPr lang="en-US" sz="600" dirty="0" smtClean="0">
                <a:solidFill>
                  <a:schemeClr val="bg1"/>
                </a:solidFill>
                <a:latin typeface="+mj-lt"/>
              </a:rPr>
              <a:t>Public</a:t>
            </a:r>
            <a:endParaRPr lang="en-US" sz="600" dirty="0">
              <a:solidFill>
                <a:schemeClr val="bg1"/>
              </a:solidFill>
              <a:latin typeface="+mj-lt"/>
            </a:endParaRP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FFFFFF"/>
                </a:solidFill>
                <a:latin typeface="+mj-lt"/>
              </a:rPr>
              <a:t>© 2013 Cisco and/or its affiliates. All rights reserved.</a:t>
            </a:r>
            <a:endParaRPr lang="en-US" sz="600" dirty="0">
              <a:solidFill>
                <a:srgbClr val="FFFFFF"/>
              </a:solidFill>
              <a:latin typeface="+mj-lt"/>
            </a:endParaRPr>
          </a:p>
        </p:txBody>
      </p:sp>
      <p:sp>
        <p:nvSpPr>
          <p:cNvPr id="1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Multiple photo">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Rectangle 47"/>
          <p:cNvSpPr/>
          <p:nvPr/>
        </p:nvSpPr>
        <p:spPr>
          <a:xfrm>
            <a:off x="3668713" y="311149"/>
            <a:ext cx="3268136" cy="266065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9" name="Picture Placeholder 25"/>
          <p:cNvSpPr>
            <a:spLocks noGrp="1"/>
          </p:cNvSpPr>
          <p:nvPr>
            <p:ph type="pic" sz="quarter" idx="11" hasCustomPrompt="1"/>
          </p:nvPr>
        </p:nvSpPr>
        <p:spPr>
          <a:xfrm>
            <a:off x="3668989" y="311149"/>
            <a:ext cx="3267861" cy="2660652"/>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29" name="Rectangle 28"/>
          <p:cNvSpPr/>
          <p:nvPr/>
        </p:nvSpPr>
        <p:spPr>
          <a:xfrm>
            <a:off x="334963" y="311149"/>
            <a:ext cx="3258612" cy="266065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320824" y="311149"/>
            <a:ext cx="3272751" cy="2660652"/>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50" name="Rectangle 49"/>
          <p:cNvSpPr/>
          <p:nvPr/>
        </p:nvSpPr>
        <p:spPr>
          <a:xfrm>
            <a:off x="7011988" y="311149"/>
            <a:ext cx="1806574" cy="1308101"/>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1" name="Picture Placeholder 25"/>
          <p:cNvSpPr>
            <a:spLocks noGrp="1"/>
          </p:cNvSpPr>
          <p:nvPr>
            <p:ph type="pic" sz="quarter" idx="12" hasCustomPrompt="1"/>
          </p:nvPr>
        </p:nvSpPr>
        <p:spPr>
          <a:xfrm>
            <a:off x="7011988" y="311149"/>
            <a:ext cx="1806573" cy="1308101"/>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52" name="Rectangle 51"/>
          <p:cNvSpPr/>
          <p:nvPr/>
        </p:nvSpPr>
        <p:spPr>
          <a:xfrm>
            <a:off x="334963" y="3028951"/>
            <a:ext cx="2501965" cy="345893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3" name="Picture Placeholder 25"/>
          <p:cNvSpPr>
            <a:spLocks noGrp="1"/>
          </p:cNvSpPr>
          <p:nvPr>
            <p:ph type="pic" sz="quarter" idx="13" hasCustomPrompt="1"/>
          </p:nvPr>
        </p:nvSpPr>
        <p:spPr>
          <a:xfrm>
            <a:off x="320824" y="3028951"/>
            <a:ext cx="2516104" cy="3458934"/>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54" name="Rectangle 53"/>
          <p:cNvSpPr/>
          <p:nvPr/>
        </p:nvSpPr>
        <p:spPr>
          <a:xfrm>
            <a:off x="2911476" y="3028951"/>
            <a:ext cx="4025374" cy="345893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5" name="Picture Placeholder 25"/>
          <p:cNvSpPr>
            <a:spLocks noGrp="1"/>
          </p:cNvSpPr>
          <p:nvPr>
            <p:ph type="pic" sz="quarter" idx="14" hasCustomPrompt="1"/>
          </p:nvPr>
        </p:nvSpPr>
        <p:spPr>
          <a:xfrm>
            <a:off x="2908334" y="3028951"/>
            <a:ext cx="4028516" cy="3458934"/>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56" name="Rectangle 55"/>
          <p:cNvSpPr/>
          <p:nvPr/>
        </p:nvSpPr>
        <p:spPr>
          <a:xfrm>
            <a:off x="7011988" y="1683657"/>
            <a:ext cx="1806574" cy="3442153"/>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7" name="Picture Placeholder 25"/>
          <p:cNvSpPr>
            <a:spLocks noGrp="1"/>
          </p:cNvSpPr>
          <p:nvPr>
            <p:ph type="pic" sz="quarter" idx="15" hasCustomPrompt="1"/>
          </p:nvPr>
        </p:nvSpPr>
        <p:spPr>
          <a:xfrm>
            <a:off x="7011988" y="1676400"/>
            <a:ext cx="1806573" cy="3449410"/>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58" name="Rectangle 57"/>
          <p:cNvSpPr/>
          <p:nvPr/>
        </p:nvSpPr>
        <p:spPr>
          <a:xfrm>
            <a:off x="7011988" y="5182960"/>
            <a:ext cx="1806574" cy="130492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9" name="Picture Placeholder 25"/>
          <p:cNvSpPr>
            <a:spLocks noGrp="1"/>
          </p:cNvSpPr>
          <p:nvPr>
            <p:ph type="pic" sz="quarter" idx="16" hasCustomPrompt="1"/>
          </p:nvPr>
        </p:nvSpPr>
        <p:spPr>
          <a:xfrm>
            <a:off x="7011988" y="5182960"/>
            <a:ext cx="1806573" cy="1304925"/>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smtClean="0"/>
              <a:t>Insert photo here</a:t>
            </a:r>
            <a:endParaRPr lang="en-US" dirty="0"/>
          </a:p>
        </p:txBody>
      </p:sp>
      <p:sp>
        <p:nvSpPr>
          <p:cNvPr id="18"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a:t>
            </a:r>
            <a:r>
              <a:rPr lang="en-US" sz="600" dirty="0" smtClean="0">
                <a:solidFill>
                  <a:schemeClr val="bg1"/>
                </a:solidFill>
                <a:latin typeface="+mj-lt"/>
              </a:rPr>
              <a:t>Public</a:t>
            </a:r>
            <a:endParaRPr lang="en-US" sz="600" dirty="0">
              <a:solidFill>
                <a:schemeClr val="bg1"/>
              </a:solidFill>
              <a:latin typeface="+mj-lt"/>
            </a:endParaRPr>
          </a:p>
        </p:txBody>
      </p:sp>
      <p:sp>
        <p:nvSpPr>
          <p:cNvPr id="2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FFFFFF"/>
                </a:solidFill>
                <a:latin typeface="+mj-lt"/>
              </a:rPr>
              <a:t>© 2013 Cisco and/or its affiliates. All rights reserved.</a:t>
            </a:r>
            <a:endParaRPr lang="en-US" sz="600" dirty="0">
              <a:solidFill>
                <a:srgbClr val="FFFFFF"/>
              </a:solidFill>
              <a:latin typeface="+mj-lt"/>
            </a:endParaRPr>
          </a:p>
        </p:txBody>
      </p:sp>
      <p:sp>
        <p:nvSpPr>
          <p:cNvPr id="2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Large photo with bottom bar">
    <p:spTree>
      <p:nvGrpSpPr>
        <p:cNvPr id="1" name=""/>
        <p:cNvGrpSpPr/>
        <p:nvPr/>
      </p:nvGrpSpPr>
      <p:grpSpPr>
        <a:xfrm>
          <a:off x="0" y="0"/>
          <a:ext cx="0" cy="0"/>
          <a:chOff x="0" y="0"/>
          <a:chExt cx="0" cy="0"/>
        </a:xfrm>
      </p:grpSpPr>
      <p:sp>
        <p:nvSpPr>
          <p:cNvPr id="7" name="Rectangle 6"/>
          <p:cNvSpPr/>
          <p:nvPr/>
        </p:nvSpPr>
        <p:spPr>
          <a:xfrm>
            <a:off x="338328" y="310896"/>
            <a:ext cx="8476488" cy="607539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Picture Placeholder 4"/>
          <p:cNvSpPr>
            <a:spLocks noGrp="1"/>
          </p:cNvSpPr>
          <p:nvPr>
            <p:ph type="pic" sz="quarter" idx="10" hasCustomPrompt="1"/>
          </p:nvPr>
        </p:nvSpPr>
        <p:spPr>
          <a:xfrm>
            <a:off x="333375" y="339924"/>
            <a:ext cx="8474869" cy="6054185"/>
          </a:xfrm>
          <a:ln>
            <a:solidFill>
              <a:srgbClr val="FFFFFF"/>
            </a:solidFill>
          </a:ln>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baseline="0" dirty="0">
                <a:solidFill>
                  <a:srgbClr val="546568"/>
                </a:solidFill>
                <a:latin typeface="+mn-lt"/>
                <a:ea typeface="+mn-ea"/>
                <a:cs typeface="+mn-cs"/>
              </a:defRPr>
            </a:lvl1pPr>
          </a:lstStyle>
          <a:p>
            <a:r>
              <a:rPr lang="en-US" dirty="0" smtClean="0"/>
              <a:t>Photo placeholder</a:t>
            </a:r>
            <a:endParaRPr lang="en-US" dirty="0"/>
          </a:p>
        </p:txBody>
      </p:sp>
      <p:sp>
        <p:nvSpPr>
          <p:cNvPr id="11" name="Rectangle 5"/>
          <p:cNvSpPr>
            <a:spLocks noChangeArrowheads="1"/>
          </p:cNvSpPr>
          <p:nvPr userDrawn="1"/>
        </p:nvSpPr>
        <p:spPr bwMode="ltGray">
          <a:xfrm>
            <a:off x="7983399" y="6584512"/>
            <a:ext cx="592251" cy="175257"/>
          </a:xfrm>
          <a:prstGeom prst="rect">
            <a:avLst/>
          </a:prstGeom>
          <a:noFill/>
          <a:ln w="9525">
            <a:noFill/>
            <a:miter lim="800000"/>
            <a:headEnd/>
            <a:tailEnd/>
          </a:ln>
          <a:effectLst/>
        </p:spPr>
        <p:txBody>
          <a:bodyPr wrap="none" lIns="82124" tIns="41061" rIns="82124" bIns="41061" anchor="b">
            <a:spAutoFit/>
          </a:bodyPr>
          <a:lstStyle/>
          <a:p>
            <a:pPr marL="0" algn="r" defTabSz="814388" rtl="0" eaLnBrk="1" latinLnBrk="0" hangingPunct="1">
              <a:lnSpc>
                <a:spcPct val="100000"/>
              </a:lnSpc>
            </a:pPr>
            <a:r>
              <a:rPr lang="en-US" sz="600" kern="1200" dirty="0">
                <a:solidFill>
                  <a:srgbClr val="808080"/>
                </a:solidFill>
                <a:latin typeface="+mj-lt"/>
                <a:ea typeface="+mn-ea"/>
                <a:cs typeface="+mn-cs"/>
              </a:rPr>
              <a:t>Cisco </a:t>
            </a:r>
            <a:r>
              <a:rPr lang="en-US" sz="600" kern="1200" dirty="0" smtClean="0">
                <a:solidFill>
                  <a:srgbClr val="808080"/>
                </a:solidFill>
                <a:latin typeface="+mj-lt"/>
                <a:ea typeface="+mn-ea"/>
                <a:cs typeface="+mn-cs"/>
              </a:rPr>
              <a:t>Public</a:t>
            </a:r>
            <a:endParaRPr lang="en-US" sz="600" kern="1200" dirty="0">
              <a:solidFill>
                <a:srgbClr val="808080"/>
              </a:solidFill>
              <a:latin typeface="+mj-lt"/>
              <a:ea typeface="+mn-ea"/>
              <a:cs typeface="+mn-cs"/>
            </a:endParaRPr>
          </a:p>
        </p:txBody>
      </p:sp>
      <p:sp>
        <p:nvSpPr>
          <p:cNvPr id="8"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808080"/>
                </a:solidFill>
                <a:latin typeface="+mj-lt"/>
              </a:rPr>
              <a:t>© 2013 Cisco and/or its affiliates. All rights reserved.</a:t>
            </a:r>
            <a:endParaRPr lang="en-US" sz="600" dirty="0">
              <a:solidFill>
                <a:srgbClr val="808080"/>
              </a:solidFill>
              <a:latin typeface="+mj-lt"/>
            </a:endParaRPr>
          </a:p>
        </p:txBody>
      </p:sp>
      <p:sp>
        <p:nvSpPr>
          <p:cNvPr id="10"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33375" y="6380780"/>
            <a:ext cx="8477250" cy="160471"/>
          </a:xfrm>
          <a:prstGeom prst="rect">
            <a:avLst/>
          </a:prstGeom>
          <a:noFill/>
        </p:spPr>
      </p:pic>
    </p:spTree>
  </p:cSld>
  <p:clrMapOvr>
    <a:masterClrMapping/>
  </p:clrMapOvr>
  <p:transition>
    <p:wipe dir="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Full bleed photo">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91440" y="-91440"/>
            <a:ext cx="9326880" cy="7040880"/>
          </a:xfrm>
        </p:spPr>
        <p:txBody>
          <a:bodyPr anchor="ctr" anchorCtr="1">
            <a:noAutofit/>
          </a:bodyPr>
          <a:lstStyle>
            <a:lvl1pPr algn="ctr">
              <a:buNone/>
              <a:defRPr>
                <a:latin typeface="+mj-lt"/>
              </a:defRPr>
            </a:lvl1pPr>
          </a:lstStyle>
          <a:p>
            <a:r>
              <a:rPr lang="en-US" dirty="0" smtClean="0"/>
              <a:t>Full bleed image placeholder</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tandard video">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1" name="Media Placeholder 20"/>
          <p:cNvSpPr>
            <a:spLocks noGrp="1"/>
          </p:cNvSpPr>
          <p:nvPr>
            <p:ph type="media" sz="quarter" idx="10" hasCustomPrompt="1"/>
          </p:nvPr>
        </p:nvSpPr>
        <p:spPr>
          <a:xfrm>
            <a:off x="2642616" y="777240"/>
            <a:ext cx="5897880" cy="4425696"/>
          </a:xfrm>
          <a:solidFill>
            <a:srgbClr val="000000"/>
          </a:solidFill>
          <a:ln>
            <a:noFill/>
          </a:ln>
          <a:effectLst>
            <a:innerShdw blurRad="419100">
              <a:prstClr val="black">
                <a:alpha val="47000"/>
              </a:prstClr>
            </a:inn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1800" kern="1200">
                <a:solidFill>
                  <a:schemeClr val="lt1"/>
                </a:solidFill>
                <a:latin typeface="+mj-lt"/>
                <a:ea typeface="+mn-ea"/>
                <a:cs typeface="+mn-cs"/>
              </a:defRPr>
            </a:lvl1pPr>
          </a:lstStyle>
          <a:p>
            <a:r>
              <a:rPr lang="en-US" dirty="0" smtClean="0"/>
              <a:t>Click icon to add video</a:t>
            </a:r>
            <a:endParaRPr lang="en-US" dirty="0"/>
          </a:p>
        </p:txBody>
      </p:sp>
      <p:pic>
        <p:nvPicPr>
          <p:cNvPr id="23"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326148" y="6042098"/>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_gradient only">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Tree>
  </p:cSld>
  <p:clrMapOvr>
    <a:masterClrMapping/>
  </p:clrMapOvr>
  <p:transition>
    <p:wipe dir="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8022361"/>
      </p:ext>
    </p:extLst>
  </p:cSld>
  <p:clrMapOvr>
    <a:masterClrMapping/>
  </p:clrMapOvr>
  <p:transition>
    <p:wipe dir="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3" name="Rectangle 5"/>
          <p:cNvSpPr>
            <a:spLocks noChangeArrowheads="1"/>
          </p:cNvSpPr>
          <p:nvPr userDrawn="1"/>
        </p:nvSpPr>
        <p:spPr bwMode="ltGray">
          <a:xfrm>
            <a:off x="7983399" y="6584512"/>
            <a:ext cx="592251" cy="175257"/>
          </a:xfrm>
          <a:prstGeom prst="rect">
            <a:avLst/>
          </a:prstGeom>
          <a:noFill/>
          <a:ln w="9525">
            <a:noFill/>
            <a:miter lim="800000"/>
            <a:headEnd/>
            <a:tailEnd/>
          </a:ln>
          <a:effectLst/>
        </p:spPr>
        <p:txBody>
          <a:bodyPr wrap="none" lIns="82124" tIns="41061" rIns="82124" bIns="41061" anchor="b">
            <a:spAutoFit/>
          </a:bodyPr>
          <a:lstStyle/>
          <a:p>
            <a:pPr marL="0" algn="r" defTabSz="814388" rtl="0" eaLnBrk="1" latinLnBrk="0" hangingPunct="1">
              <a:lnSpc>
                <a:spcPct val="100000"/>
              </a:lnSpc>
            </a:pPr>
            <a:r>
              <a:rPr lang="en-US" sz="600" kern="1200" dirty="0">
                <a:solidFill>
                  <a:srgbClr val="808080"/>
                </a:solidFill>
                <a:latin typeface="+mj-lt"/>
                <a:ea typeface="+mn-ea"/>
                <a:cs typeface="+mn-cs"/>
              </a:rPr>
              <a:t>Cisco </a:t>
            </a:r>
            <a:r>
              <a:rPr lang="en-US" sz="600" kern="1200" dirty="0" smtClean="0">
                <a:solidFill>
                  <a:srgbClr val="808080"/>
                </a:solidFill>
                <a:latin typeface="+mj-lt"/>
                <a:ea typeface="+mn-ea"/>
                <a:cs typeface="+mn-cs"/>
              </a:rPr>
              <a:t>Public</a:t>
            </a:r>
            <a:endParaRPr lang="en-US" sz="600" kern="1200" dirty="0">
              <a:solidFill>
                <a:srgbClr val="808080"/>
              </a:solidFill>
              <a:latin typeface="+mj-lt"/>
              <a:ea typeface="+mn-ea"/>
              <a:cs typeface="+mn-cs"/>
            </a:endParaRPr>
          </a:p>
        </p:txBody>
      </p:sp>
      <p:sp>
        <p:nvSpPr>
          <p:cNvPr id="5"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808080"/>
                </a:solidFill>
                <a:latin typeface="+mj-lt"/>
              </a:rPr>
              <a:t>© 2013 Cisco and/or its affiliates. All rights reserved.</a:t>
            </a:r>
            <a:endParaRPr lang="en-US" sz="600" dirty="0">
              <a:solidFill>
                <a:srgbClr val="808080"/>
              </a:solidFill>
              <a:latin typeface="+mj-lt"/>
            </a:endParaRPr>
          </a:p>
        </p:txBody>
      </p:sp>
      <p:sp>
        <p:nvSpPr>
          <p:cNvPr id="6"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cSld>
  <p:clrMapOvr>
    <a:masterClrMapping/>
  </p:clrMapOvr>
  <p:transition>
    <p:wipe dir="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losing Slide_blu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
        <p:nvSpPr>
          <p:cNvPr id="20" name="Rectangle 19"/>
          <p:cNvSpPr>
            <a:spLocks noChangeArrowheads="1"/>
          </p:cNvSpPr>
          <p:nvPr/>
        </p:nvSpPr>
        <p:spPr bwMode="black">
          <a:xfrm>
            <a:off x="4373702" y="5844550"/>
            <a:ext cx="41443" cy="157016"/>
          </a:xfrm>
          <a:prstGeom prst="rect">
            <a:avLst/>
          </a:prstGeom>
          <a:solidFill>
            <a:schemeClr val="bg1"/>
          </a:solidFill>
          <a:ln w="9525">
            <a:noFill/>
            <a:miter lim="800000"/>
            <a:headEnd/>
            <a:tailEnd/>
          </a:ln>
        </p:spPr>
        <p:txBody>
          <a:bodyPr/>
          <a:lstStyle/>
          <a:p>
            <a:endParaRPr lang="en-US">
              <a:solidFill>
                <a:srgbClr val="0096D6"/>
              </a:solidFill>
              <a:latin typeface="+mj-lt"/>
            </a:endParaRPr>
          </a:p>
        </p:txBody>
      </p:sp>
      <p:sp>
        <p:nvSpPr>
          <p:cNvPr id="21" name="Freeform 20"/>
          <p:cNvSpPr>
            <a:spLocks/>
          </p:cNvSpPr>
          <p:nvPr/>
        </p:nvSpPr>
        <p:spPr bwMode="black">
          <a:xfrm>
            <a:off x="4615130" y="5840202"/>
            <a:ext cx="119991" cy="165712"/>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2" name="Freeform 21"/>
          <p:cNvSpPr>
            <a:spLocks/>
          </p:cNvSpPr>
          <p:nvPr/>
        </p:nvSpPr>
        <p:spPr bwMode="black">
          <a:xfrm>
            <a:off x="4200221" y="5840202"/>
            <a:ext cx="119991" cy="165712"/>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3" name="Freeform 22"/>
          <p:cNvSpPr>
            <a:spLocks noEditPoints="1"/>
          </p:cNvSpPr>
          <p:nvPr userDrawn="1"/>
        </p:nvSpPr>
        <p:spPr bwMode="black">
          <a:xfrm>
            <a:off x="4778491" y="5840202"/>
            <a:ext cx="164807" cy="165712"/>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chemeClr val="bg1"/>
          </a:solidFill>
          <a:ln w="9525">
            <a:noFill/>
            <a:round/>
            <a:headEnd/>
            <a:tailEnd/>
          </a:ln>
        </p:spPr>
        <p:txBody>
          <a:bodyPr/>
          <a:lstStyle/>
          <a:p>
            <a:endParaRPr lang="en-US">
              <a:solidFill>
                <a:srgbClr val="0096D6"/>
              </a:solidFill>
              <a:latin typeface="+mj-lt"/>
            </a:endParaRPr>
          </a:p>
        </p:txBody>
      </p:sp>
      <p:sp>
        <p:nvSpPr>
          <p:cNvPr id="24" name="Freeform 23"/>
          <p:cNvSpPr>
            <a:spLocks/>
          </p:cNvSpPr>
          <p:nvPr/>
        </p:nvSpPr>
        <p:spPr bwMode="black">
          <a:xfrm>
            <a:off x="4468634" y="5840202"/>
            <a:ext cx="107462" cy="165712"/>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5" name="Freeform 24"/>
          <p:cNvSpPr>
            <a:spLocks/>
          </p:cNvSpPr>
          <p:nvPr/>
        </p:nvSpPr>
        <p:spPr bwMode="black">
          <a:xfrm>
            <a:off x="4117817" y="5654198"/>
            <a:ext cx="39033" cy="80682"/>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6" name="Freeform 25"/>
          <p:cNvSpPr>
            <a:spLocks/>
          </p:cNvSpPr>
          <p:nvPr/>
        </p:nvSpPr>
        <p:spPr bwMode="black">
          <a:xfrm>
            <a:off x="4227206"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7" name="Freeform 26"/>
          <p:cNvSpPr>
            <a:spLocks/>
          </p:cNvSpPr>
          <p:nvPr/>
        </p:nvSpPr>
        <p:spPr bwMode="black">
          <a:xfrm>
            <a:off x="4334669" y="5525687"/>
            <a:ext cx="39033" cy="248327"/>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8" name="Freeform 27"/>
          <p:cNvSpPr>
            <a:spLocks/>
          </p:cNvSpPr>
          <p:nvPr/>
        </p:nvSpPr>
        <p:spPr bwMode="black">
          <a:xfrm>
            <a:off x="4444058"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9" name="Freeform 28"/>
          <p:cNvSpPr>
            <a:spLocks/>
          </p:cNvSpPr>
          <p:nvPr/>
        </p:nvSpPr>
        <p:spPr bwMode="black">
          <a:xfrm>
            <a:off x="4551038" y="5654198"/>
            <a:ext cx="41443" cy="80682"/>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0" name="Freeform 29"/>
          <p:cNvSpPr>
            <a:spLocks/>
          </p:cNvSpPr>
          <p:nvPr/>
        </p:nvSpPr>
        <p:spPr bwMode="black">
          <a:xfrm>
            <a:off x="4660428"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1" name="Freeform 30"/>
          <p:cNvSpPr>
            <a:spLocks/>
          </p:cNvSpPr>
          <p:nvPr/>
        </p:nvSpPr>
        <p:spPr bwMode="black">
          <a:xfrm>
            <a:off x="4769818" y="5525687"/>
            <a:ext cx="39515" cy="248327"/>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2" name="Freeform 31"/>
          <p:cNvSpPr>
            <a:spLocks/>
          </p:cNvSpPr>
          <p:nvPr/>
        </p:nvSpPr>
        <p:spPr bwMode="black">
          <a:xfrm>
            <a:off x="4877279"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3" name="Freeform 32"/>
          <p:cNvSpPr>
            <a:spLocks/>
          </p:cNvSpPr>
          <p:nvPr/>
        </p:nvSpPr>
        <p:spPr bwMode="black">
          <a:xfrm>
            <a:off x="4986669" y="5654198"/>
            <a:ext cx="39515" cy="80682"/>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700"/>
                                        <p:tgtEl>
                                          <p:spTgt spid="25"/>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700"/>
                                        <p:tgtEl>
                                          <p:spTgt spid="27"/>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700"/>
                                        <p:tgtEl>
                                          <p:spTgt spid="29"/>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700"/>
                                        <p:tgtEl>
                                          <p:spTgt spid="31"/>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700"/>
                                        <p:tgtEl>
                                          <p:spTgt spid="33"/>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700"/>
                                        <p:tgtEl>
                                          <p:spTgt spid="26"/>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700"/>
                                        <p:tgtEl>
                                          <p:spTgt spid="2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700"/>
                                        <p:tgtEl>
                                          <p:spTgt spid="30"/>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700"/>
                                        <p:tgtEl>
                                          <p:spTgt spid="32"/>
                                        </p:tgtEl>
                                      </p:cBhvr>
                                    </p:animEffect>
                                  </p:childTnLst>
                                </p:cTn>
                              </p:par>
                              <p:par>
                                <p:cTn id="32" presetID="42" presetClass="path" presetSubtype="0" accel="50000" decel="50000" fill="hold" grpId="0" nodeType="withEffect">
                                  <p:stCondLst>
                                    <p:cond delay="0"/>
                                  </p:stCondLst>
                                  <p:childTnLst>
                                    <p:animMotion origin="layout" path="M -5.55556E-7 -1.91391E-6 L -5.55556E-7 0.02314 " pathEditMode="relative" rAng="0" ptsTypes="AA">
                                      <p:cBhvr>
                                        <p:cTn id="33" dur="700" spd="-100000" fill="hold"/>
                                        <p:tgtEl>
                                          <p:spTgt spid="25"/>
                                        </p:tgtEl>
                                        <p:attrNameLst>
                                          <p:attrName>ppt_x</p:attrName>
                                          <p:attrName>ppt_y</p:attrName>
                                        </p:attrNameLst>
                                      </p:cBhvr>
                                      <p:rCtr x="0" y="12"/>
                                    </p:animMotion>
                                  </p:childTnLst>
                                </p:cTn>
                              </p:par>
                              <p:par>
                                <p:cTn id="34" presetID="42" presetClass="path" presetSubtype="0" accel="50000" decel="50000" fill="hold" grpId="0" nodeType="withEffect">
                                  <p:stCondLst>
                                    <p:cond delay="0"/>
                                  </p:stCondLst>
                                  <p:childTnLst>
                                    <p:animMotion origin="layout" path="M 4.72222E-6 -1.93242E-6 L 4.72222E-6 0.02962 " pathEditMode="relative" rAng="0" ptsTypes="AA">
                                      <p:cBhvr>
                                        <p:cTn id="35" dur="700" spd="-100000" fill="hold"/>
                                        <p:tgtEl>
                                          <p:spTgt spid="27"/>
                                        </p:tgtEl>
                                        <p:attrNameLst>
                                          <p:attrName>ppt_x</p:attrName>
                                          <p:attrName>ppt_y</p:attrName>
                                        </p:attrNameLst>
                                      </p:cBhvr>
                                      <p:rCtr x="0" y="15"/>
                                    </p:animMotion>
                                  </p:childTnLst>
                                </p:cTn>
                              </p:par>
                              <p:par>
                                <p:cTn id="36" presetID="42" presetClass="path" presetSubtype="0" accel="50000" decel="50000" fill="hold" grpId="0" nodeType="withEffect">
                                  <p:stCondLst>
                                    <p:cond delay="0"/>
                                  </p:stCondLst>
                                  <p:childTnLst>
                                    <p:animMotion origin="layout" path="M 0 -1.91391E-6 L 0 0.02314 " pathEditMode="relative" rAng="0" ptsTypes="AA">
                                      <p:cBhvr>
                                        <p:cTn id="37" dur="700" spd="-100000" fill="hold"/>
                                        <p:tgtEl>
                                          <p:spTgt spid="29"/>
                                        </p:tgtEl>
                                        <p:attrNameLst>
                                          <p:attrName>ppt_x</p:attrName>
                                          <p:attrName>ppt_y</p:attrName>
                                        </p:attrNameLst>
                                      </p:cBhvr>
                                      <p:rCtr x="0" y="12"/>
                                    </p:animMotion>
                                  </p:childTnLst>
                                </p:cTn>
                              </p:par>
                              <p:par>
                                <p:cTn id="38" presetID="42" presetClass="path" presetSubtype="0" accel="50000" decel="50000" fill="hold" grpId="0" nodeType="withEffect">
                                  <p:stCondLst>
                                    <p:cond delay="0"/>
                                  </p:stCondLst>
                                  <p:childTnLst>
                                    <p:animMotion origin="layout" path="M -4.72222E-6 -1.93242E-6 L -4.72222E-6 0.02962 " pathEditMode="relative" rAng="0" ptsTypes="AA">
                                      <p:cBhvr>
                                        <p:cTn id="39" dur="700" spd="-100000" fill="hold"/>
                                        <p:tgtEl>
                                          <p:spTgt spid="31"/>
                                        </p:tgtEl>
                                        <p:attrNameLst>
                                          <p:attrName>ppt_x</p:attrName>
                                          <p:attrName>ppt_y</p:attrName>
                                        </p:attrNameLst>
                                      </p:cBhvr>
                                      <p:rCtr x="0" y="15"/>
                                    </p:animMotion>
                                  </p:childTnLst>
                                </p:cTn>
                              </p:par>
                              <p:par>
                                <p:cTn id="40" presetID="42" presetClass="path" presetSubtype="0" accel="50000" decel="50000" fill="hold" grpId="0" nodeType="withEffect">
                                  <p:stCondLst>
                                    <p:cond delay="0"/>
                                  </p:stCondLst>
                                  <p:childTnLst>
                                    <p:animMotion origin="layout" path="M 4.16667E-6 -1.91391E-6 L 4.16667E-6 0.02314 " pathEditMode="relative" rAng="0" ptsTypes="AA">
                                      <p:cBhvr>
                                        <p:cTn id="41" dur="700" spd="-100000" fill="hold"/>
                                        <p:tgtEl>
                                          <p:spTgt spid="33"/>
                                        </p:tgtEl>
                                        <p:attrNameLst>
                                          <p:attrName>ppt_x</p:attrName>
                                          <p:attrName>ppt_y</p:attrName>
                                        </p:attrNameLst>
                                      </p:cBhvr>
                                      <p:rCtr x="0" y="12"/>
                                    </p:animMotion>
                                  </p:childTnLst>
                                </p:cTn>
                              </p:par>
                              <p:par>
                                <p:cTn id="42" presetID="64" presetClass="path" presetSubtype="0" accel="50000" decel="50000" fill="hold" grpId="0" nodeType="withEffect">
                                  <p:stCondLst>
                                    <p:cond delay="0"/>
                                  </p:stCondLst>
                                  <p:childTnLst>
                                    <p:animMotion origin="layout" path="M 2.77778E-7 2.36056E-6 L 2.77778E-7 -0.02338 " pathEditMode="relative" rAng="0" ptsTypes="AA">
                                      <p:cBhvr>
                                        <p:cTn id="43" dur="700" spd="-100000" fill="hold"/>
                                        <p:tgtEl>
                                          <p:spTgt spid="26"/>
                                        </p:tgtEl>
                                        <p:attrNameLst>
                                          <p:attrName>ppt_x</p:attrName>
                                          <p:attrName>ppt_y</p:attrName>
                                        </p:attrNameLst>
                                      </p:cBhvr>
                                      <p:rCtr x="0" y="-12"/>
                                    </p:animMotion>
                                  </p:childTnLst>
                                </p:cTn>
                              </p:par>
                              <p:par>
                                <p:cTn id="44" presetID="64" presetClass="path" presetSubtype="0" accel="50000" decel="50000" fill="hold" grpId="0" nodeType="withEffect">
                                  <p:stCondLst>
                                    <p:cond delay="0"/>
                                  </p:stCondLst>
                                  <p:childTnLst>
                                    <p:animMotion origin="layout" path="M -8.33333E-7 2.36056E-6 L -8.33333E-7 -0.02338 " pathEditMode="relative" rAng="0" ptsTypes="AA">
                                      <p:cBhvr>
                                        <p:cTn id="45" dur="700" spd="-100000" fill="hold"/>
                                        <p:tgtEl>
                                          <p:spTgt spid="28"/>
                                        </p:tgtEl>
                                        <p:attrNameLst>
                                          <p:attrName>ppt_x</p:attrName>
                                          <p:attrName>ppt_y</p:attrName>
                                        </p:attrNameLst>
                                      </p:cBhvr>
                                      <p:rCtr x="0" y="-12"/>
                                    </p:animMotion>
                                  </p:childTnLst>
                                </p:cTn>
                              </p:par>
                              <p:par>
                                <p:cTn id="46" presetID="64" presetClass="path" presetSubtype="0" accel="50000" decel="50000" fill="hold" grpId="0" nodeType="withEffect">
                                  <p:stCondLst>
                                    <p:cond delay="0"/>
                                  </p:stCondLst>
                                  <p:childTnLst>
                                    <p:animMotion origin="layout" path="M 4.44444E-6 2.36056E-6 L 4.44444E-6 -0.02338 " pathEditMode="relative" rAng="0" ptsTypes="AA">
                                      <p:cBhvr>
                                        <p:cTn id="47" dur="700" spd="-100000" fill="hold"/>
                                        <p:tgtEl>
                                          <p:spTgt spid="30"/>
                                        </p:tgtEl>
                                        <p:attrNameLst>
                                          <p:attrName>ppt_x</p:attrName>
                                          <p:attrName>ppt_y</p:attrName>
                                        </p:attrNameLst>
                                      </p:cBhvr>
                                      <p:rCtr x="0" y="-12"/>
                                    </p:animMotion>
                                  </p:childTnLst>
                                </p:cTn>
                              </p:par>
                              <p:par>
                                <p:cTn id="48" presetID="64" presetClass="path" presetSubtype="0" accel="50000" decel="50000" fill="hold" grpId="0" nodeType="withEffect">
                                  <p:stCondLst>
                                    <p:cond delay="0"/>
                                  </p:stCondLst>
                                  <p:childTnLst>
                                    <p:animMotion origin="layout" path="M 3.33333E-6 2.36056E-6 L 3.33333E-6 -0.02338 " pathEditMode="relative" rAng="0" ptsTypes="AA">
                                      <p:cBhvr>
                                        <p:cTn id="49" dur="700" spd="-100000" fill="hold"/>
                                        <p:tgtEl>
                                          <p:spTgt spid="32"/>
                                        </p:tgtEl>
                                        <p:attrNameLst>
                                          <p:attrName>ppt_x</p:attrName>
                                          <p:attrName>ppt_y</p:attrName>
                                        </p:attrNameLst>
                                      </p:cBhvr>
                                      <p:rCtr x="0" y="-12"/>
                                    </p:animMotion>
                                  </p:childTnLst>
                                </p:cTn>
                              </p:par>
                            </p:childTnLst>
                          </p:cTn>
                        </p:par>
                        <p:par>
                          <p:cTn id="50" fill="hold">
                            <p:stCondLst>
                              <p:cond delay="700"/>
                            </p:stCondLst>
                            <p:childTnLst>
                              <p:par>
                                <p:cTn id="51" presetID="10" presetClass="entr" presetSubtype="0"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700"/>
                                        <p:tgtEl>
                                          <p:spTgt spid="22"/>
                                        </p:tgtEl>
                                      </p:cBhvr>
                                    </p:animEffect>
                                  </p:childTnLst>
                                </p:cTn>
                              </p:par>
                              <p:par>
                                <p:cTn id="54" presetID="10" presetClass="entr" presetSubtype="0" fill="hold" grpId="0" nodeType="withEffect">
                                  <p:stCondLst>
                                    <p:cond delay="10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700"/>
                                        <p:tgtEl>
                                          <p:spTgt spid="20"/>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700"/>
                                        <p:tgtEl>
                                          <p:spTgt spid="24"/>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700"/>
                                        <p:tgtEl>
                                          <p:spTgt spid="21"/>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losing Slide-blue thank you">
    <p:spTree>
      <p:nvGrpSpPr>
        <p:cNvPr id="1" name=""/>
        <p:cNvGrpSpPr/>
        <p:nvPr/>
      </p:nvGrpSpPr>
      <p:grpSpPr>
        <a:xfrm>
          <a:off x="0" y="0"/>
          <a:ext cx="0" cy="0"/>
          <a:chOff x="0" y="0"/>
          <a:chExt cx="0" cy="0"/>
        </a:xfrm>
      </p:grpSpPr>
      <p:pic>
        <p:nvPicPr>
          <p:cNvPr id="35" name="Picture 3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
        <p:nvSpPr>
          <p:cNvPr id="34" name="TextBox 33"/>
          <p:cNvSpPr txBox="1"/>
          <p:nvPr userDrawn="1"/>
        </p:nvSpPr>
        <p:spPr>
          <a:xfrm>
            <a:off x="644691" y="3060488"/>
            <a:ext cx="2437270" cy="646331"/>
          </a:xfrm>
          <a:prstGeom prst="rect">
            <a:avLst/>
          </a:prstGeom>
          <a:noFill/>
        </p:spPr>
        <p:txBody>
          <a:bodyPr wrap="none" rtlCol="0">
            <a:spAutoFit/>
          </a:bodyPr>
          <a:lstStyle/>
          <a:p>
            <a:r>
              <a:rPr lang="en-US" sz="3600" dirty="0" smtClean="0">
                <a:solidFill>
                  <a:srgbClr val="FFFFFF"/>
                </a:solidFill>
                <a:latin typeface="+mj-lt"/>
              </a:rPr>
              <a:t>Thank you.</a:t>
            </a:r>
            <a:endParaRPr lang="en-US" sz="3600" dirty="0">
              <a:solidFill>
                <a:srgbClr val="FFFFFF"/>
              </a:solidFill>
              <a:latin typeface="+mj-lt"/>
            </a:endParaRPr>
          </a:p>
        </p:txBody>
      </p:sp>
      <p:pic>
        <p:nvPicPr>
          <p:cNvPr id="18"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669746" y="3078070"/>
            <a:ext cx="3669899" cy="61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6250"/>
                                  </p:iterate>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10" presetClass="entr" presetSubtype="0" fill="hold" nodeType="withEffect">
                                  <p:stCondLst>
                                    <p:cond delay="75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losing Slide-red">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Rectangle 3"/>
          <p:cNvSpPr>
            <a:spLocks noChangeArrowheads="1"/>
          </p:cNvSpPr>
          <p:nvPr/>
        </p:nvSpPr>
        <p:spPr bwMode="black">
          <a:xfrm>
            <a:off x="4373702" y="5844550"/>
            <a:ext cx="41443" cy="157016"/>
          </a:xfrm>
          <a:prstGeom prst="rect">
            <a:avLst/>
          </a:prstGeom>
          <a:solidFill>
            <a:schemeClr val="bg1"/>
          </a:solidFill>
          <a:ln w="9525">
            <a:noFill/>
            <a:miter lim="800000"/>
            <a:headEnd/>
            <a:tailEnd/>
          </a:ln>
        </p:spPr>
        <p:txBody>
          <a:bodyPr/>
          <a:lstStyle/>
          <a:p>
            <a:endParaRPr lang="en-US">
              <a:solidFill>
                <a:srgbClr val="0096D6"/>
              </a:solidFill>
              <a:latin typeface="+mj-lt"/>
            </a:endParaRPr>
          </a:p>
        </p:txBody>
      </p:sp>
      <p:sp>
        <p:nvSpPr>
          <p:cNvPr id="5" name="Freeform 4"/>
          <p:cNvSpPr>
            <a:spLocks/>
          </p:cNvSpPr>
          <p:nvPr/>
        </p:nvSpPr>
        <p:spPr bwMode="black">
          <a:xfrm>
            <a:off x="4615130" y="5840202"/>
            <a:ext cx="119991" cy="165712"/>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6" name="Freeform 5"/>
          <p:cNvSpPr>
            <a:spLocks/>
          </p:cNvSpPr>
          <p:nvPr/>
        </p:nvSpPr>
        <p:spPr bwMode="black">
          <a:xfrm>
            <a:off x="4200221" y="5840202"/>
            <a:ext cx="119991" cy="165712"/>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7" name="Freeform 6"/>
          <p:cNvSpPr>
            <a:spLocks noEditPoints="1"/>
          </p:cNvSpPr>
          <p:nvPr userDrawn="1"/>
        </p:nvSpPr>
        <p:spPr bwMode="black">
          <a:xfrm>
            <a:off x="4778491" y="5840202"/>
            <a:ext cx="164807" cy="165712"/>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chemeClr val="bg1"/>
          </a:solidFill>
          <a:ln w="9525">
            <a:noFill/>
            <a:round/>
            <a:headEnd/>
            <a:tailEnd/>
          </a:ln>
        </p:spPr>
        <p:txBody>
          <a:bodyPr/>
          <a:lstStyle/>
          <a:p>
            <a:endParaRPr lang="en-US">
              <a:solidFill>
                <a:srgbClr val="0096D6"/>
              </a:solidFill>
              <a:latin typeface="+mj-lt"/>
            </a:endParaRPr>
          </a:p>
        </p:txBody>
      </p:sp>
      <p:sp>
        <p:nvSpPr>
          <p:cNvPr id="8" name="Freeform 7"/>
          <p:cNvSpPr>
            <a:spLocks/>
          </p:cNvSpPr>
          <p:nvPr/>
        </p:nvSpPr>
        <p:spPr bwMode="black">
          <a:xfrm>
            <a:off x="4468634" y="5840202"/>
            <a:ext cx="107462" cy="165712"/>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9" name="Freeform 8"/>
          <p:cNvSpPr>
            <a:spLocks/>
          </p:cNvSpPr>
          <p:nvPr/>
        </p:nvSpPr>
        <p:spPr bwMode="black">
          <a:xfrm>
            <a:off x="4117817" y="5654198"/>
            <a:ext cx="39033" cy="80682"/>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0" name="Freeform 9"/>
          <p:cNvSpPr>
            <a:spLocks/>
          </p:cNvSpPr>
          <p:nvPr/>
        </p:nvSpPr>
        <p:spPr bwMode="black">
          <a:xfrm>
            <a:off x="4227206"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1" name="Freeform 10"/>
          <p:cNvSpPr>
            <a:spLocks/>
          </p:cNvSpPr>
          <p:nvPr/>
        </p:nvSpPr>
        <p:spPr bwMode="black">
          <a:xfrm>
            <a:off x="4334669" y="5525687"/>
            <a:ext cx="39033" cy="248327"/>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2" name="Freeform 11"/>
          <p:cNvSpPr>
            <a:spLocks/>
          </p:cNvSpPr>
          <p:nvPr/>
        </p:nvSpPr>
        <p:spPr bwMode="black">
          <a:xfrm>
            <a:off x="4444058"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4" name="Freeform 13"/>
          <p:cNvSpPr>
            <a:spLocks/>
          </p:cNvSpPr>
          <p:nvPr/>
        </p:nvSpPr>
        <p:spPr bwMode="black">
          <a:xfrm>
            <a:off x="4551038" y="5654198"/>
            <a:ext cx="41443" cy="80682"/>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5" name="Freeform 14"/>
          <p:cNvSpPr>
            <a:spLocks/>
          </p:cNvSpPr>
          <p:nvPr/>
        </p:nvSpPr>
        <p:spPr bwMode="black">
          <a:xfrm>
            <a:off x="4660428"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6" name="Freeform 15"/>
          <p:cNvSpPr>
            <a:spLocks/>
          </p:cNvSpPr>
          <p:nvPr/>
        </p:nvSpPr>
        <p:spPr bwMode="black">
          <a:xfrm>
            <a:off x="4769818" y="5525687"/>
            <a:ext cx="39515" cy="248327"/>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7" name="Freeform 16"/>
          <p:cNvSpPr>
            <a:spLocks/>
          </p:cNvSpPr>
          <p:nvPr/>
        </p:nvSpPr>
        <p:spPr bwMode="black">
          <a:xfrm>
            <a:off x="4877279"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8" name="Freeform 17"/>
          <p:cNvSpPr>
            <a:spLocks/>
          </p:cNvSpPr>
          <p:nvPr/>
        </p:nvSpPr>
        <p:spPr bwMode="black">
          <a:xfrm>
            <a:off x="4986669" y="5654198"/>
            <a:ext cx="39515" cy="80682"/>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700"/>
                                        <p:tgtEl>
                                          <p:spTgt spid="11"/>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700"/>
                                        <p:tgtEl>
                                          <p:spTgt spid="14"/>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700"/>
                                        <p:tgtEl>
                                          <p:spTgt spid="16"/>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700"/>
                                        <p:tgtEl>
                                          <p:spTgt spid="18"/>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00"/>
                                        <p:tgtEl>
                                          <p:spTgt spid="10"/>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700"/>
                                        <p:tgtEl>
                                          <p:spTgt spid="15"/>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700"/>
                                        <p:tgtEl>
                                          <p:spTgt spid="17"/>
                                        </p:tgtEl>
                                      </p:cBhvr>
                                    </p:animEffect>
                                  </p:childTnLst>
                                </p:cTn>
                              </p:par>
                              <p:par>
                                <p:cTn id="32" presetID="42" presetClass="path" presetSubtype="0" accel="50000" decel="50000" fill="hold" grpId="0" nodeType="withEffect">
                                  <p:stCondLst>
                                    <p:cond delay="0"/>
                                  </p:stCondLst>
                                  <p:childTnLst>
                                    <p:animMotion origin="layout" path="M -5.55556E-7 -1.91391E-6 L -5.55556E-7 0.02314 " pathEditMode="relative" rAng="0" ptsTypes="AA">
                                      <p:cBhvr>
                                        <p:cTn id="33" dur="700" spd="-100000" fill="hold"/>
                                        <p:tgtEl>
                                          <p:spTgt spid="9"/>
                                        </p:tgtEl>
                                        <p:attrNameLst>
                                          <p:attrName>ppt_x</p:attrName>
                                          <p:attrName>ppt_y</p:attrName>
                                        </p:attrNameLst>
                                      </p:cBhvr>
                                      <p:rCtr x="0" y="12"/>
                                    </p:animMotion>
                                  </p:childTnLst>
                                </p:cTn>
                              </p:par>
                              <p:par>
                                <p:cTn id="34" presetID="42" presetClass="path" presetSubtype="0" accel="50000" decel="50000" fill="hold" grpId="0" nodeType="withEffect">
                                  <p:stCondLst>
                                    <p:cond delay="0"/>
                                  </p:stCondLst>
                                  <p:childTnLst>
                                    <p:animMotion origin="layout" path="M 4.72222E-6 -1.93242E-6 L 4.72222E-6 0.02962 " pathEditMode="relative" rAng="0" ptsTypes="AA">
                                      <p:cBhvr>
                                        <p:cTn id="35" dur="700" spd="-100000" fill="hold"/>
                                        <p:tgtEl>
                                          <p:spTgt spid="11"/>
                                        </p:tgtEl>
                                        <p:attrNameLst>
                                          <p:attrName>ppt_x</p:attrName>
                                          <p:attrName>ppt_y</p:attrName>
                                        </p:attrNameLst>
                                      </p:cBhvr>
                                      <p:rCtr x="0" y="15"/>
                                    </p:animMotion>
                                  </p:childTnLst>
                                </p:cTn>
                              </p:par>
                              <p:par>
                                <p:cTn id="36" presetID="42" presetClass="path" presetSubtype="0" accel="50000" decel="50000" fill="hold" grpId="0" nodeType="withEffect">
                                  <p:stCondLst>
                                    <p:cond delay="0"/>
                                  </p:stCondLst>
                                  <p:childTnLst>
                                    <p:animMotion origin="layout" path="M 0 -1.91391E-6 L 0 0.02314 " pathEditMode="relative" rAng="0" ptsTypes="AA">
                                      <p:cBhvr>
                                        <p:cTn id="37" dur="700" spd="-100000" fill="hold"/>
                                        <p:tgtEl>
                                          <p:spTgt spid="14"/>
                                        </p:tgtEl>
                                        <p:attrNameLst>
                                          <p:attrName>ppt_x</p:attrName>
                                          <p:attrName>ppt_y</p:attrName>
                                        </p:attrNameLst>
                                      </p:cBhvr>
                                      <p:rCtr x="0" y="12"/>
                                    </p:animMotion>
                                  </p:childTnLst>
                                </p:cTn>
                              </p:par>
                              <p:par>
                                <p:cTn id="38" presetID="42" presetClass="path" presetSubtype="0" accel="50000" decel="50000" fill="hold" grpId="0" nodeType="withEffect">
                                  <p:stCondLst>
                                    <p:cond delay="0"/>
                                  </p:stCondLst>
                                  <p:childTnLst>
                                    <p:animMotion origin="layout" path="M -4.72222E-6 -1.93242E-6 L -4.72222E-6 0.02962 " pathEditMode="relative" rAng="0" ptsTypes="AA">
                                      <p:cBhvr>
                                        <p:cTn id="39" dur="700" spd="-100000" fill="hold"/>
                                        <p:tgtEl>
                                          <p:spTgt spid="16"/>
                                        </p:tgtEl>
                                        <p:attrNameLst>
                                          <p:attrName>ppt_x</p:attrName>
                                          <p:attrName>ppt_y</p:attrName>
                                        </p:attrNameLst>
                                      </p:cBhvr>
                                      <p:rCtr x="0" y="15"/>
                                    </p:animMotion>
                                  </p:childTnLst>
                                </p:cTn>
                              </p:par>
                              <p:par>
                                <p:cTn id="40" presetID="42" presetClass="path" presetSubtype="0" accel="50000" decel="50000" fill="hold" grpId="0" nodeType="withEffect">
                                  <p:stCondLst>
                                    <p:cond delay="0"/>
                                  </p:stCondLst>
                                  <p:childTnLst>
                                    <p:animMotion origin="layout" path="M 4.16667E-6 -1.91391E-6 L 4.16667E-6 0.02314 " pathEditMode="relative" rAng="0" ptsTypes="AA">
                                      <p:cBhvr>
                                        <p:cTn id="41" dur="700" spd="-100000" fill="hold"/>
                                        <p:tgtEl>
                                          <p:spTgt spid="18"/>
                                        </p:tgtEl>
                                        <p:attrNameLst>
                                          <p:attrName>ppt_x</p:attrName>
                                          <p:attrName>ppt_y</p:attrName>
                                        </p:attrNameLst>
                                      </p:cBhvr>
                                      <p:rCtr x="0" y="12"/>
                                    </p:animMotion>
                                  </p:childTnLst>
                                </p:cTn>
                              </p:par>
                              <p:par>
                                <p:cTn id="42" presetID="64" presetClass="path" presetSubtype="0" accel="50000" decel="50000" fill="hold" grpId="0" nodeType="withEffect">
                                  <p:stCondLst>
                                    <p:cond delay="0"/>
                                  </p:stCondLst>
                                  <p:childTnLst>
                                    <p:animMotion origin="layout" path="M 2.77778E-7 2.36056E-6 L 2.77778E-7 -0.02338 " pathEditMode="relative" rAng="0" ptsTypes="AA">
                                      <p:cBhvr>
                                        <p:cTn id="43" dur="700" spd="-100000" fill="hold"/>
                                        <p:tgtEl>
                                          <p:spTgt spid="10"/>
                                        </p:tgtEl>
                                        <p:attrNameLst>
                                          <p:attrName>ppt_x</p:attrName>
                                          <p:attrName>ppt_y</p:attrName>
                                        </p:attrNameLst>
                                      </p:cBhvr>
                                      <p:rCtr x="0" y="-12"/>
                                    </p:animMotion>
                                  </p:childTnLst>
                                </p:cTn>
                              </p:par>
                              <p:par>
                                <p:cTn id="44" presetID="64" presetClass="path" presetSubtype="0" accel="50000" decel="50000" fill="hold" grpId="0" nodeType="withEffect">
                                  <p:stCondLst>
                                    <p:cond delay="0"/>
                                  </p:stCondLst>
                                  <p:childTnLst>
                                    <p:animMotion origin="layout" path="M -8.33333E-7 2.36056E-6 L -8.33333E-7 -0.02338 " pathEditMode="relative" rAng="0" ptsTypes="AA">
                                      <p:cBhvr>
                                        <p:cTn id="45" dur="700" spd="-100000" fill="hold"/>
                                        <p:tgtEl>
                                          <p:spTgt spid="12"/>
                                        </p:tgtEl>
                                        <p:attrNameLst>
                                          <p:attrName>ppt_x</p:attrName>
                                          <p:attrName>ppt_y</p:attrName>
                                        </p:attrNameLst>
                                      </p:cBhvr>
                                      <p:rCtr x="0" y="-12"/>
                                    </p:animMotion>
                                  </p:childTnLst>
                                </p:cTn>
                              </p:par>
                              <p:par>
                                <p:cTn id="46" presetID="64" presetClass="path" presetSubtype="0" accel="50000" decel="50000" fill="hold" grpId="0" nodeType="withEffect">
                                  <p:stCondLst>
                                    <p:cond delay="0"/>
                                  </p:stCondLst>
                                  <p:childTnLst>
                                    <p:animMotion origin="layout" path="M 4.44444E-6 2.36056E-6 L 4.44444E-6 -0.02338 " pathEditMode="relative" rAng="0" ptsTypes="AA">
                                      <p:cBhvr>
                                        <p:cTn id="47" dur="700" spd="-100000" fill="hold"/>
                                        <p:tgtEl>
                                          <p:spTgt spid="15"/>
                                        </p:tgtEl>
                                        <p:attrNameLst>
                                          <p:attrName>ppt_x</p:attrName>
                                          <p:attrName>ppt_y</p:attrName>
                                        </p:attrNameLst>
                                      </p:cBhvr>
                                      <p:rCtr x="0" y="-12"/>
                                    </p:animMotion>
                                  </p:childTnLst>
                                </p:cTn>
                              </p:par>
                              <p:par>
                                <p:cTn id="48" presetID="64" presetClass="path" presetSubtype="0" accel="50000" decel="50000" fill="hold" grpId="0" nodeType="withEffect">
                                  <p:stCondLst>
                                    <p:cond delay="0"/>
                                  </p:stCondLst>
                                  <p:childTnLst>
                                    <p:animMotion origin="layout" path="M 3.33333E-6 2.36056E-6 L 3.33333E-6 -0.02338 " pathEditMode="relative" rAng="0" ptsTypes="AA">
                                      <p:cBhvr>
                                        <p:cTn id="49" dur="700" spd="-100000" fill="hold"/>
                                        <p:tgtEl>
                                          <p:spTgt spid="17"/>
                                        </p:tgtEl>
                                        <p:attrNameLst>
                                          <p:attrName>ppt_x</p:attrName>
                                          <p:attrName>ppt_y</p:attrName>
                                        </p:attrNameLst>
                                      </p:cBhvr>
                                      <p:rCtr x="0" y="-12"/>
                                    </p:animMotion>
                                  </p:childTnLst>
                                </p:cTn>
                              </p:par>
                            </p:childTnLst>
                          </p:cTn>
                        </p:par>
                        <p:par>
                          <p:cTn id="50" fill="hold">
                            <p:stCondLst>
                              <p:cond delay="700"/>
                            </p:stCondLst>
                            <p:childTnLst>
                              <p:par>
                                <p:cTn id="51" presetID="10" presetClass="entr" presetSubtype="0"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700"/>
                                        <p:tgtEl>
                                          <p:spTgt spid="6"/>
                                        </p:tgtEl>
                                      </p:cBhvr>
                                    </p:animEffect>
                                  </p:childTnLst>
                                </p:cTn>
                              </p:par>
                              <p:par>
                                <p:cTn id="54" presetID="10" presetClass="entr" presetSubtype="0" fill="hold" grpId="0" nodeType="withEffect">
                                  <p:stCondLst>
                                    <p:cond delay="10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700"/>
                                        <p:tgtEl>
                                          <p:spTgt spid="4"/>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700"/>
                                        <p:tgtEl>
                                          <p:spTgt spid="8"/>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700"/>
                                        <p:tgtEl>
                                          <p:spTgt spid="5"/>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9" grpId="1" animBg="1"/>
      <p:bldP spid="10" grpId="0" animBg="1"/>
      <p:bldP spid="10" grpId="1" animBg="1"/>
      <p:bldP spid="11" grpId="0" animBg="1"/>
      <p:bldP spid="11" grpId="1" animBg="1"/>
      <p:bldP spid="12" grpId="0" animBg="1"/>
      <p:bldP spid="12"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losing Slide-red thank you">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4" name="TextBox 33"/>
          <p:cNvSpPr txBox="1"/>
          <p:nvPr userDrawn="1"/>
        </p:nvSpPr>
        <p:spPr>
          <a:xfrm>
            <a:off x="644691" y="3060488"/>
            <a:ext cx="2437270" cy="646331"/>
          </a:xfrm>
          <a:prstGeom prst="rect">
            <a:avLst/>
          </a:prstGeom>
          <a:noFill/>
        </p:spPr>
        <p:txBody>
          <a:bodyPr wrap="none" rtlCol="0">
            <a:spAutoFit/>
          </a:bodyPr>
          <a:lstStyle/>
          <a:p>
            <a:r>
              <a:rPr lang="en-US" sz="3600" dirty="0" smtClean="0">
                <a:solidFill>
                  <a:srgbClr val="FFFFFF"/>
                </a:solidFill>
                <a:latin typeface="+mj-lt"/>
              </a:rPr>
              <a:t>Thank you.</a:t>
            </a:r>
            <a:endParaRPr lang="en-US" sz="3600" dirty="0">
              <a:solidFill>
                <a:srgbClr val="FFFFFF"/>
              </a:solidFill>
              <a:latin typeface="+mj-lt"/>
            </a:endParaRPr>
          </a:p>
        </p:txBody>
      </p:sp>
      <p:pic>
        <p:nvPicPr>
          <p:cNvPr id="21"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669746" y="3078070"/>
            <a:ext cx="3669899" cy="61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6250"/>
                                  </p:iterate>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10" presetClass="entr" presetSubtype="0" fill="hold" nodeType="withEffect">
                                  <p:stCondLst>
                                    <p:cond delay="75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6" cstate="screen">
            <a:extLst>
              <a:ext uri="{28A0092B-C50C-407E-A947-70E740481C1C}">
                <a14:useLocalDpi xmlns:a14="http://schemas.microsoft.com/office/drawing/2010/main"/>
              </a:ext>
            </a:extLst>
          </a:blip>
          <a:srcRect/>
          <a:stretch/>
        </p:blipFill>
        <p:spPr>
          <a:xfrm>
            <a:off x="333375" y="6380780"/>
            <a:ext cx="8477250" cy="160471"/>
          </a:xfrm>
          <a:prstGeom prst="rect">
            <a:avLst/>
          </a:prstGeom>
          <a:noFill/>
        </p:spPr>
      </p:pic>
      <p:sp>
        <p:nvSpPr>
          <p:cNvPr id="2" name="Title Placeholder 1"/>
          <p:cNvSpPr>
            <a:spLocks noGrp="1"/>
          </p:cNvSpPr>
          <p:nvPr>
            <p:ph type="title"/>
          </p:nvPr>
        </p:nvSpPr>
        <p:spPr>
          <a:xfrm>
            <a:off x="229702" y="432215"/>
            <a:ext cx="8588861" cy="838200"/>
          </a:xfrm>
          <a:prstGeom prst="rect">
            <a:avLst/>
          </a:prstGeom>
        </p:spPr>
        <p:txBody>
          <a:bodyPr vert="horz" lIns="82296" tIns="45720" rIns="82296" bIns="45720" rtlCol="0" anchor="b" anchorCtr="0">
            <a:noAutofit/>
          </a:bodyPr>
          <a:lstStyle/>
          <a:p>
            <a:pPr lvl="0" algn="l" defTabSz="914400" rtl="0" eaLnBrk="1" latinLnBrk="0" hangingPunct="1">
              <a:lnSpc>
                <a:spcPct val="80000"/>
              </a:lnSpc>
              <a:spcBef>
                <a:spcPct val="0"/>
              </a:spcBef>
              <a:buNone/>
            </a:pPr>
            <a:r>
              <a:rPr lang="en-US" dirty="0" smtClean="0"/>
              <a:t>Slide Title Goes Here</a:t>
            </a:r>
            <a:endParaRPr lang="en-US" dirty="0"/>
          </a:p>
        </p:txBody>
      </p:sp>
      <p:sp>
        <p:nvSpPr>
          <p:cNvPr id="3" name="Text Placeholder 2"/>
          <p:cNvSpPr>
            <a:spLocks noGrp="1"/>
          </p:cNvSpPr>
          <p:nvPr>
            <p:ph type="body" idx="1"/>
          </p:nvPr>
        </p:nvSpPr>
        <p:spPr>
          <a:xfrm>
            <a:off x="229702" y="1339745"/>
            <a:ext cx="8577072" cy="4965699"/>
          </a:xfrm>
          <a:prstGeom prst="rect">
            <a:avLst/>
          </a:prstGeom>
        </p:spPr>
        <p:txBody>
          <a:bodyPr vert="horz" lIns="91440" tIns="45720" rIns="91440" bIns="45720" rtlCol="0">
            <a:noAutofit/>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Rectangle 4"/>
          <p:cNvSpPr>
            <a:spLocks noChangeArrowheads="1"/>
          </p:cNvSpPr>
          <p:nvPr/>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smtClean="0">
                <a:solidFill>
                  <a:srgbClr val="808080"/>
                </a:solidFill>
                <a:latin typeface="+mj-lt"/>
              </a:rPr>
              <a:t>© 2013 Cisco and/or its affiliates. All rights reserved.</a:t>
            </a:r>
            <a:endParaRPr lang="en-US" sz="600" dirty="0">
              <a:solidFill>
                <a:srgbClr val="808080"/>
              </a:solidFill>
              <a:latin typeface="+mj-lt"/>
            </a:endParaRPr>
          </a:p>
        </p:txBody>
      </p:sp>
      <p:sp>
        <p:nvSpPr>
          <p:cNvPr id="11" name="Rectangle 5"/>
          <p:cNvSpPr>
            <a:spLocks noChangeArrowheads="1"/>
          </p:cNvSpPr>
          <p:nvPr/>
        </p:nvSpPr>
        <p:spPr bwMode="ltGray">
          <a:xfrm>
            <a:off x="7983399" y="6584512"/>
            <a:ext cx="592251" cy="175257"/>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600" dirty="0">
                <a:solidFill>
                  <a:srgbClr val="808080"/>
                </a:solidFill>
                <a:latin typeface="+mj-lt"/>
              </a:rPr>
              <a:t>Cisco </a:t>
            </a:r>
            <a:r>
              <a:rPr lang="en-US" sz="600" dirty="0" smtClean="0">
                <a:solidFill>
                  <a:srgbClr val="808080"/>
                </a:solidFill>
                <a:latin typeface="+mj-lt"/>
              </a:rPr>
              <a:t>Public</a:t>
            </a:r>
            <a:endParaRPr lang="en-US" sz="600" dirty="0">
              <a:solidFill>
                <a:srgbClr val="808080"/>
              </a:solidFill>
              <a:latin typeface="+mj-lt"/>
            </a:endParaRPr>
          </a:p>
        </p:txBody>
      </p:sp>
      <p:sp>
        <p:nvSpPr>
          <p:cNvPr id="9" name="Rectangle 7"/>
          <p:cNvSpPr>
            <a:spLocks noChangeArrowheads="1"/>
          </p:cNvSpPr>
          <p:nvPr/>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cSld>
  <p:clrMap bg1="lt1" tx1="dk1" bg2="lt2" tx2="dk2" accent1="accent1" accent2="accent2" accent3="accent3" accent4="accent4" accent5="accent5" accent6="accent6" hlink="hlink" folHlink="folHlink"/>
  <p:sldLayoutIdLst>
    <p:sldLayoutId id="2147483898" r:id="rId1"/>
    <p:sldLayoutId id="2147483930" r:id="rId2"/>
    <p:sldLayoutId id="2147483929" r:id="rId3"/>
    <p:sldLayoutId id="2147483937" r:id="rId4"/>
    <p:sldLayoutId id="2147483900" r:id="rId5"/>
    <p:sldLayoutId id="2147483931" r:id="rId6"/>
    <p:sldLayoutId id="2147483932" r:id="rId7"/>
    <p:sldLayoutId id="2147483933" r:id="rId8"/>
    <p:sldLayoutId id="2147483902" r:id="rId9"/>
    <p:sldLayoutId id="2147483903" r:id="rId10"/>
    <p:sldLayoutId id="2147483935" r:id="rId11"/>
    <p:sldLayoutId id="2147483905" r:id="rId12"/>
    <p:sldLayoutId id="2147483906" r:id="rId13"/>
    <p:sldLayoutId id="2147483907" r:id="rId14"/>
    <p:sldLayoutId id="2147483908" r:id="rId15"/>
    <p:sldLayoutId id="2147483909" r:id="rId16"/>
    <p:sldLayoutId id="2147483910" r:id="rId17"/>
    <p:sldLayoutId id="2147483913" r:id="rId18"/>
    <p:sldLayoutId id="2147483911" r:id="rId19"/>
    <p:sldLayoutId id="2147483912" r:id="rId20"/>
    <p:sldLayoutId id="2147483914" r:id="rId21"/>
    <p:sldLayoutId id="2147483915" r:id="rId22"/>
    <p:sldLayoutId id="2147483916" r:id="rId23"/>
    <p:sldLayoutId id="2147483917" r:id="rId24"/>
    <p:sldLayoutId id="2147483918" r:id="rId25"/>
    <p:sldLayoutId id="2147483919" r:id="rId26"/>
    <p:sldLayoutId id="2147483921" r:id="rId27"/>
    <p:sldLayoutId id="2147483922" r:id="rId28"/>
    <p:sldLayoutId id="2147483936" r:id="rId29"/>
    <p:sldLayoutId id="2147483923" r:id="rId30"/>
    <p:sldLayoutId id="2147483924" r:id="rId31"/>
    <p:sldLayoutId id="2147483925" r:id="rId32"/>
    <p:sldLayoutId id="2147483926" r:id="rId33"/>
    <p:sldLayoutId id="2147483927" r:id="rId34"/>
  </p:sldLayoutIdLst>
  <p:transition>
    <p:wipe dir="r"/>
  </p:transition>
  <p:timing>
    <p:tnLst>
      <p:par>
        <p:cTn id="1" dur="indefinite" restart="never" nodeType="tmRoot"/>
      </p:par>
    </p:tnLst>
  </p:timing>
  <p:txStyles>
    <p:title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p:titleStyle>
    <p:body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CCNA Security v2.0</a:t>
            </a:r>
            <a:endParaRPr lang="en-US" dirty="0"/>
          </a:p>
        </p:txBody>
      </p:sp>
      <p:sp>
        <p:nvSpPr>
          <p:cNvPr id="2" name="Title 1"/>
          <p:cNvSpPr>
            <a:spLocks noGrp="1"/>
          </p:cNvSpPr>
          <p:nvPr>
            <p:ph type="ctrTitle"/>
          </p:nvPr>
        </p:nvSpPr>
        <p:spPr>
          <a:xfrm>
            <a:off x="221393" y="722449"/>
            <a:ext cx="8112125" cy="2907239"/>
          </a:xfrm>
        </p:spPr>
        <p:txBody>
          <a:bodyPr/>
          <a:lstStyle/>
          <a:p>
            <a:r>
              <a:rPr lang="en-US" sz="4000" dirty="0" smtClean="0"/>
              <a:t>Chapter 8:</a:t>
            </a:r>
            <a:br>
              <a:rPr lang="en-US" sz="4000" dirty="0" smtClean="0"/>
            </a:br>
            <a:r>
              <a:rPr lang="en-US" sz="4000" dirty="0" smtClean="0"/>
              <a:t>Implementing Virtual Private Networks</a:t>
            </a:r>
            <a:endParaRPr lang="en-US" sz="4000" dirty="0"/>
          </a:p>
        </p:txBody>
      </p:sp>
      <p:sp>
        <p:nvSpPr>
          <p:cNvPr id="4" name="Text Placeholder 3"/>
          <p:cNvSpPr>
            <a:spLocks noGrp="1"/>
          </p:cNvSpPr>
          <p:nvPr>
            <p:ph type="body" sz="quarter" idx="10"/>
          </p:nvPr>
        </p:nvSpPr>
        <p:spPr/>
        <p:txBody>
          <a:bodyPr/>
          <a:lstStyle/>
          <a:p>
            <a:r>
              <a:rPr lang="en-US" dirty="0" smtClean="0"/>
              <a:t>Daniel Valente</a:t>
            </a:r>
            <a:endParaRPr lang="en-US" dirty="0"/>
          </a:p>
        </p:txBody>
      </p:sp>
      <p:sp>
        <p:nvSpPr>
          <p:cNvPr id="5" name="Text Placeholder 4"/>
          <p:cNvSpPr>
            <a:spLocks noGrp="1"/>
          </p:cNvSpPr>
          <p:nvPr>
            <p:ph type="body" sz="quarter" idx="11"/>
          </p:nvPr>
        </p:nvSpPr>
        <p:spPr/>
        <p:txBody>
          <a:bodyPr/>
          <a:lstStyle/>
          <a:p>
            <a:r>
              <a:rPr lang="en-US" dirty="0" err="1" smtClean="0"/>
              <a:t>Fev</a:t>
            </a:r>
            <a:r>
              <a:rPr lang="en-US" dirty="0" smtClean="0"/>
              <a:t> 2016</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4400" dirty="0" smtClean="0"/>
              <a:t>Chapter Outline</a:t>
            </a:r>
            <a:endParaRPr lang="en-US" sz="4400" dirty="0"/>
          </a:p>
        </p:txBody>
      </p:sp>
      <p:sp>
        <p:nvSpPr>
          <p:cNvPr id="12" name="Text Placeholder 11"/>
          <p:cNvSpPr>
            <a:spLocks noGrp="1"/>
          </p:cNvSpPr>
          <p:nvPr>
            <p:ph type="body" sz="quarter" idx="11"/>
          </p:nvPr>
        </p:nvSpPr>
        <p:spPr/>
        <p:txBody>
          <a:bodyPr/>
          <a:lstStyle/>
          <a:p>
            <a:r>
              <a:rPr lang="en-US" dirty="0" smtClean="0">
                <a:solidFill>
                  <a:schemeClr val="tx2"/>
                </a:solidFill>
              </a:rPr>
              <a:t>8.0 Introduction</a:t>
            </a:r>
          </a:p>
          <a:p>
            <a:r>
              <a:rPr lang="en-US" dirty="0" smtClean="0">
                <a:solidFill>
                  <a:schemeClr val="tx2"/>
                </a:solidFill>
              </a:rPr>
              <a:t>8.1 VPNs</a:t>
            </a:r>
          </a:p>
          <a:p>
            <a:r>
              <a:rPr lang="en-US" dirty="0" smtClean="0">
                <a:solidFill>
                  <a:schemeClr val="tx2"/>
                </a:solidFill>
              </a:rPr>
              <a:t>8.2 IPsec VPN Components and Operations</a:t>
            </a:r>
          </a:p>
          <a:p>
            <a:r>
              <a:rPr lang="en-US" dirty="0" smtClean="0">
                <a:solidFill>
                  <a:schemeClr val="tx2"/>
                </a:solidFill>
              </a:rPr>
              <a:t>8.3 Implementing Site-to-Site IPsec VPNs with CLI</a:t>
            </a:r>
          </a:p>
          <a:p>
            <a:r>
              <a:rPr lang="en-US" dirty="0" smtClean="0">
                <a:solidFill>
                  <a:schemeClr val="tx2"/>
                </a:solidFill>
              </a:rPr>
              <a:t>8.4 Summary</a:t>
            </a:r>
            <a:endParaRPr lang="en-US" dirty="0" smtClean="0">
              <a:solidFill>
                <a:schemeClr val="accent4"/>
              </a:solidFill>
            </a:endParaRPr>
          </a:p>
        </p:txBody>
      </p:sp>
    </p:spTree>
    <p:extLst>
      <p:ext uri="{BB962C8B-B14F-4D97-AF65-F5344CB8AC3E}">
        <p14:creationId xmlns:p14="http://schemas.microsoft.com/office/powerpoint/2010/main" val="33054226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221393" y="2174124"/>
            <a:ext cx="8112125" cy="696192"/>
          </a:xfrm>
        </p:spPr>
        <p:txBody>
          <a:bodyPr/>
          <a:lstStyle/>
          <a:p>
            <a:r>
              <a:rPr lang="en-US" sz="4000" dirty="0" smtClean="0"/>
              <a:t>Section 8.1:</a:t>
            </a:r>
            <a:br>
              <a:rPr lang="en-US" sz="4000" dirty="0" smtClean="0"/>
            </a:br>
            <a:r>
              <a:rPr lang="en-US" sz="4000" dirty="0" smtClean="0"/>
              <a:t>VPNs</a:t>
            </a:r>
            <a:endParaRPr lang="en-US" sz="4000" dirty="0"/>
          </a:p>
        </p:txBody>
      </p:sp>
      <p:sp>
        <p:nvSpPr>
          <p:cNvPr id="5" name="Text Placeholder 6"/>
          <p:cNvSpPr txBox="1">
            <a:spLocks/>
          </p:cNvSpPr>
          <p:nvPr/>
        </p:nvSpPr>
        <p:spPr>
          <a:xfrm>
            <a:off x="419100" y="3119628"/>
            <a:ext cx="8577072" cy="202387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smtClean="0"/>
              <a:t>Upon completion of this section, you should be able to:</a:t>
            </a:r>
          </a:p>
          <a:p>
            <a:r>
              <a:rPr lang="en-US" sz="1800" dirty="0" smtClean="0"/>
              <a:t>Describe VPNs and their benefits.</a:t>
            </a:r>
          </a:p>
          <a:p>
            <a:r>
              <a:rPr lang="en-US" sz="1800" dirty="0" smtClean="0"/>
              <a:t>Compare site-to-site and remote-access VPNs.</a:t>
            </a:r>
            <a:endParaRPr lang="en-US" sz="1800" dirty="0"/>
          </a:p>
        </p:txBody>
      </p:sp>
    </p:spTree>
    <p:extLst>
      <p:ext uri="{BB962C8B-B14F-4D97-AF65-F5344CB8AC3E}">
        <p14:creationId xmlns:p14="http://schemas.microsoft.com/office/powerpoint/2010/main" val="3076075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8.1.1:</a:t>
            </a:r>
            <a:br>
              <a:rPr lang="en-US" sz="2800" dirty="0" smtClean="0"/>
            </a:br>
            <a:r>
              <a:rPr lang="en-US" sz="2800" dirty="0" smtClean="0"/>
              <a:t>VPN Overview</a:t>
            </a:r>
            <a:endParaRPr lang="en-US" sz="2800" dirty="0"/>
          </a:p>
        </p:txBody>
      </p:sp>
    </p:spTree>
    <p:extLst>
      <p:ext uri="{BB962C8B-B14F-4D97-AF65-F5344CB8AC3E}">
        <p14:creationId xmlns:p14="http://schemas.microsoft.com/office/powerpoint/2010/main" val="2560295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Introducing VPNs</a:t>
            </a:r>
            <a:endParaRPr lang="en-US" sz="3200"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869" y="2373086"/>
            <a:ext cx="6331683" cy="3869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274048" y="1091839"/>
            <a:ext cx="2084070" cy="2380704"/>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VPN Benefits:</a:t>
            </a:r>
          </a:p>
          <a:p>
            <a:r>
              <a:rPr lang="en-US" sz="2000" dirty="0" smtClean="0"/>
              <a:t>Cost Savings</a:t>
            </a:r>
          </a:p>
          <a:p>
            <a:r>
              <a:rPr lang="en-US" sz="2000" dirty="0" smtClean="0"/>
              <a:t>Security</a:t>
            </a:r>
          </a:p>
          <a:p>
            <a:r>
              <a:rPr lang="en-US" sz="2000" dirty="0" smtClean="0"/>
              <a:t>Scalability</a:t>
            </a:r>
          </a:p>
          <a:p>
            <a:r>
              <a:rPr lang="en-US" sz="2000" dirty="0" smtClean="0"/>
              <a:t>Compatibility</a:t>
            </a:r>
          </a:p>
        </p:txBody>
      </p:sp>
    </p:spTree>
    <p:extLst>
      <p:ext uri="{BB962C8B-B14F-4D97-AF65-F5344CB8AC3E}">
        <p14:creationId xmlns:p14="http://schemas.microsoft.com/office/powerpoint/2010/main" val="9256584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Layer 3 IPsec VPNs</a:t>
            </a:r>
            <a:endParaRPr lang="en-US" sz="32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694" y="1354138"/>
            <a:ext cx="6932612" cy="4859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3281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8.1.2:</a:t>
            </a:r>
            <a:br>
              <a:rPr lang="en-US" sz="2800" dirty="0" smtClean="0"/>
            </a:br>
            <a:r>
              <a:rPr lang="en-US" sz="2800" dirty="0" smtClean="0"/>
              <a:t>VPN Technologies</a:t>
            </a:r>
            <a:endParaRPr lang="en-US" sz="2800" dirty="0"/>
          </a:p>
        </p:txBody>
      </p:sp>
    </p:spTree>
    <p:extLst>
      <p:ext uri="{BB962C8B-B14F-4D97-AF65-F5344CB8AC3E}">
        <p14:creationId xmlns:p14="http://schemas.microsoft.com/office/powerpoint/2010/main" val="2461929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Two Types of VPNs</a:t>
            </a:r>
            <a:endParaRPr lang="en-US" sz="32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1153319"/>
            <a:ext cx="5556290" cy="2466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95" y="3848893"/>
            <a:ext cx="5761530" cy="2466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6012180" y="1985597"/>
            <a:ext cx="2579370" cy="40081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Remote-Access VPN</a:t>
            </a:r>
          </a:p>
        </p:txBody>
      </p:sp>
      <p:sp>
        <p:nvSpPr>
          <p:cNvPr id="7" name="Text Placeholder 6"/>
          <p:cNvSpPr txBox="1">
            <a:spLocks/>
          </p:cNvSpPr>
          <p:nvPr/>
        </p:nvSpPr>
        <p:spPr>
          <a:xfrm>
            <a:off x="687705" y="4881577"/>
            <a:ext cx="2084070" cy="40081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Site-to-Site VPN Access</a:t>
            </a:r>
          </a:p>
        </p:txBody>
      </p:sp>
    </p:spTree>
    <p:extLst>
      <p:ext uri="{BB962C8B-B14F-4D97-AF65-F5344CB8AC3E}">
        <p14:creationId xmlns:p14="http://schemas.microsoft.com/office/powerpoint/2010/main" val="2811766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Components of Remote-Access VPNs</a:t>
            </a:r>
            <a:endParaRPr lang="en-US" sz="32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72" y="1808797"/>
            <a:ext cx="8235256"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69694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Components of Site-to-Site VPNs</a:t>
            </a:r>
            <a:endParaRPr lang="en-US" sz="32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642" y="1943099"/>
            <a:ext cx="8392716" cy="3533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094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221393" y="2174124"/>
            <a:ext cx="8112125" cy="696192"/>
          </a:xfrm>
        </p:spPr>
        <p:txBody>
          <a:bodyPr/>
          <a:lstStyle/>
          <a:p>
            <a:r>
              <a:rPr lang="en-US" sz="4000" dirty="0" smtClean="0"/>
              <a:t>Section 8.2:</a:t>
            </a:r>
            <a:br>
              <a:rPr lang="en-US" sz="4000" dirty="0" smtClean="0"/>
            </a:br>
            <a:r>
              <a:rPr lang="en-US" sz="4000" dirty="0" smtClean="0"/>
              <a:t>IPsec VPN Components and Operation</a:t>
            </a:r>
            <a:endParaRPr lang="en-US" sz="4000" dirty="0"/>
          </a:p>
        </p:txBody>
      </p:sp>
      <p:sp>
        <p:nvSpPr>
          <p:cNvPr id="5" name="Text Placeholder 6"/>
          <p:cNvSpPr txBox="1">
            <a:spLocks/>
          </p:cNvSpPr>
          <p:nvPr/>
        </p:nvSpPr>
        <p:spPr>
          <a:xfrm>
            <a:off x="419100" y="3119628"/>
            <a:ext cx="8577072" cy="202387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smtClean="0"/>
              <a:t>Upon completion of this section, you should be able to:</a:t>
            </a:r>
          </a:p>
          <a:p>
            <a:r>
              <a:rPr lang="en-US" sz="1800" dirty="0" smtClean="0"/>
              <a:t>Describe the IPsec protocol and its basic functions.</a:t>
            </a:r>
          </a:p>
          <a:p>
            <a:r>
              <a:rPr lang="en-US" sz="1800" dirty="0" smtClean="0"/>
              <a:t>Compare AH and ESP protocols.</a:t>
            </a:r>
          </a:p>
          <a:p>
            <a:r>
              <a:rPr lang="en-US" sz="1800" dirty="0" smtClean="0"/>
              <a:t>Describe the IKE protocol.</a:t>
            </a:r>
          </a:p>
        </p:txBody>
      </p:sp>
    </p:spTree>
    <p:extLst>
      <p:ext uri="{BB962C8B-B14F-4D97-AF65-F5344CB8AC3E}">
        <p14:creationId xmlns:p14="http://schemas.microsoft.com/office/powerpoint/2010/main" val="35046525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8.2.1:</a:t>
            </a:r>
            <a:br>
              <a:rPr lang="en-US" sz="2800" dirty="0" smtClean="0"/>
            </a:br>
            <a:r>
              <a:rPr lang="en-US" sz="2800" dirty="0" smtClean="0"/>
              <a:t>Introducing IPsec</a:t>
            </a:r>
            <a:endParaRPr lang="en-US" sz="2800" dirty="0"/>
          </a:p>
        </p:txBody>
      </p:sp>
    </p:spTree>
    <p:extLst>
      <p:ext uri="{BB962C8B-B14F-4D97-AF65-F5344CB8AC3E}">
        <p14:creationId xmlns:p14="http://schemas.microsoft.com/office/powerpoint/2010/main" val="10465214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IPsec Technologies</a:t>
            </a:r>
            <a:endParaRPr lang="en-US" sz="3200"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109789"/>
            <a:ext cx="5264150" cy="4167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0550" y="2119743"/>
            <a:ext cx="3234442" cy="4157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5670550" y="1381506"/>
            <a:ext cx="3368674" cy="657225"/>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dirty="0" smtClean="0"/>
              <a:t>IPsec Implementation Examples</a:t>
            </a:r>
          </a:p>
        </p:txBody>
      </p:sp>
      <p:sp>
        <p:nvSpPr>
          <p:cNvPr id="7" name="Text Placeholder 6"/>
          <p:cNvSpPr txBox="1">
            <a:spLocks/>
          </p:cNvSpPr>
          <p:nvPr/>
        </p:nvSpPr>
        <p:spPr>
          <a:xfrm>
            <a:off x="250825" y="1638300"/>
            <a:ext cx="5264150" cy="40043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dirty="0" smtClean="0"/>
              <a:t>IPsec Framework</a:t>
            </a:r>
          </a:p>
        </p:txBody>
      </p:sp>
    </p:spTree>
    <p:extLst>
      <p:ext uri="{BB962C8B-B14F-4D97-AF65-F5344CB8AC3E}">
        <p14:creationId xmlns:p14="http://schemas.microsoft.com/office/powerpoint/2010/main" val="8527357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Confidentiality</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27" y="1489075"/>
            <a:ext cx="7648547" cy="465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259080" y="1034923"/>
            <a:ext cx="3931920"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Confidentiality with Encryption:</a:t>
            </a:r>
          </a:p>
        </p:txBody>
      </p:sp>
    </p:spTree>
    <p:extLst>
      <p:ext uri="{BB962C8B-B14F-4D97-AF65-F5344CB8AC3E}">
        <p14:creationId xmlns:p14="http://schemas.microsoft.com/office/powerpoint/2010/main" val="1243326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Confidentiality (Cont.)</a:t>
            </a:r>
            <a:endParaRPr lang="en-US" sz="3200" dirty="0">
              <a:solidFill>
                <a:srgbClr val="FF0000"/>
              </a:solidFill>
            </a:endParaRPr>
          </a:p>
        </p:txBody>
      </p:sp>
      <p:sp>
        <p:nvSpPr>
          <p:cNvPr id="5" name="Text Placeholder 6"/>
          <p:cNvSpPr txBox="1">
            <a:spLocks/>
          </p:cNvSpPr>
          <p:nvPr/>
        </p:nvSpPr>
        <p:spPr>
          <a:xfrm>
            <a:off x="259080" y="1034923"/>
            <a:ext cx="3931920"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Encryption Algorithms: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6685" y="1470025"/>
            <a:ext cx="6150630" cy="4755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111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Integrity</a:t>
            </a:r>
            <a:endParaRPr lang="en-US" sz="3200" dirty="0"/>
          </a:p>
        </p:txBody>
      </p:sp>
      <p:sp>
        <p:nvSpPr>
          <p:cNvPr id="4" name="Text Placeholder 6"/>
          <p:cNvSpPr txBox="1">
            <a:spLocks/>
          </p:cNvSpPr>
          <p:nvPr/>
        </p:nvSpPr>
        <p:spPr>
          <a:xfrm>
            <a:off x="259080" y="1034923"/>
            <a:ext cx="3931920"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Hash Algorithms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 y="1470025"/>
            <a:ext cx="7023259" cy="190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6388" y="3509963"/>
            <a:ext cx="3414712" cy="2724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
          <p:cNvSpPr txBox="1">
            <a:spLocks/>
          </p:cNvSpPr>
          <p:nvPr/>
        </p:nvSpPr>
        <p:spPr>
          <a:xfrm>
            <a:off x="1430655" y="4639010"/>
            <a:ext cx="3465195"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Security of Hash Algorithms</a:t>
            </a:r>
          </a:p>
        </p:txBody>
      </p:sp>
    </p:spTree>
    <p:extLst>
      <p:ext uri="{BB962C8B-B14F-4D97-AF65-F5344CB8AC3E}">
        <p14:creationId xmlns:p14="http://schemas.microsoft.com/office/powerpoint/2010/main" val="42731242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Authentication</a:t>
            </a:r>
            <a:endParaRPr lang="en-US" sz="3200" dirty="0"/>
          </a:p>
        </p:txBody>
      </p:sp>
      <p:sp>
        <p:nvSpPr>
          <p:cNvPr id="5" name="Text Placeholder 6"/>
          <p:cNvSpPr txBox="1">
            <a:spLocks/>
          </p:cNvSpPr>
          <p:nvPr/>
        </p:nvSpPr>
        <p:spPr>
          <a:xfrm>
            <a:off x="4821555" y="1647444"/>
            <a:ext cx="3531870"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Peer Authentication Methods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2" y="1364043"/>
            <a:ext cx="4428020" cy="134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175" y="3001169"/>
            <a:ext cx="6616700" cy="3279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990600" y="4172331"/>
            <a:ext cx="769938"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PSK</a:t>
            </a:r>
          </a:p>
        </p:txBody>
      </p:sp>
    </p:spTree>
    <p:extLst>
      <p:ext uri="{BB962C8B-B14F-4D97-AF65-F5344CB8AC3E}">
        <p14:creationId xmlns:p14="http://schemas.microsoft.com/office/powerpoint/2010/main" val="2000556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Authentication (Cont.)</a:t>
            </a:r>
            <a:endParaRPr lang="en-US" sz="3200" dirty="0">
              <a:solidFill>
                <a:srgbClr val="FF0000"/>
              </a:solidFill>
            </a:endParaRPr>
          </a:p>
        </p:txBody>
      </p:sp>
      <p:sp>
        <p:nvSpPr>
          <p:cNvPr id="5" name="Text Placeholder 6"/>
          <p:cNvSpPr txBox="1">
            <a:spLocks/>
          </p:cNvSpPr>
          <p:nvPr/>
        </p:nvSpPr>
        <p:spPr>
          <a:xfrm>
            <a:off x="220980" y="1002713"/>
            <a:ext cx="3531870"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RSA</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834" y="1460675"/>
            <a:ext cx="7222332" cy="4802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6188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Secure Key Exchange</a:t>
            </a:r>
            <a:endParaRPr lang="en-US" sz="3200" dirty="0"/>
          </a:p>
        </p:txBody>
      </p:sp>
      <p:sp>
        <p:nvSpPr>
          <p:cNvPr id="5" name="Text Placeholder 6"/>
          <p:cNvSpPr txBox="1">
            <a:spLocks/>
          </p:cNvSpPr>
          <p:nvPr/>
        </p:nvSpPr>
        <p:spPr>
          <a:xfrm>
            <a:off x="220980" y="1002713"/>
            <a:ext cx="3531870"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err="1" smtClean="0"/>
              <a:t>Diffie</a:t>
            </a:r>
            <a:r>
              <a:rPr lang="en-US" sz="2000" dirty="0" smtClean="0"/>
              <a:t>-Hellman Key Exchange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608" y="1470200"/>
            <a:ext cx="8004784" cy="4779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81383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8.2.2:</a:t>
            </a:r>
            <a:br>
              <a:rPr lang="en-US" sz="2800" dirty="0" smtClean="0"/>
            </a:br>
            <a:r>
              <a:rPr lang="en-US" sz="2800" dirty="0" smtClean="0"/>
              <a:t>IPsec Protocols</a:t>
            </a:r>
            <a:endParaRPr lang="en-US" sz="2800" dirty="0"/>
          </a:p>
        </p:txBody>
      </p:sp>
    </p:spTree>
    <p:extLst>
      <p:ext uri="{BB962C8B-B14F-4D97-AF65-F5344CB8AC3E}">
        <p14:creationId xmlns:p14="http://schemas.microsoft.com/office/powerpoint/2010/main" val="135547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IPsec Protocol Overview</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313" y="1181100"/>
            <a:ext cx="6175375" cy="4945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689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Authentication Header</a:t>
            </a:r>
            <a:endParaRPr lang="en-US" sz="32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1510808"/>
            <a:ext cx="5162551" cy="4691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220980" y="1002713"/>
            <a:ext cx="3531870"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AH Protocols</a:t>
            </a:r>
          </a:p>
        </p:txBody>
      </p:sp>
    </p:spTree>
    <p:extLst>
      <p:ext uri="{BB962C8B-B14F-4D97-AF65-F5344CB8AC3E}">
        <p14:creationId xmlns:p14="http://schemas.microsoft.com/office/powerpoint/2010/main" val="343985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Authentication Header (Cont.)</a:t>
            </a:r>
            <a:endParaRPr lang="en-US" sz="3200" dirty="0">
              <a:solidFill>
                <a:srgbClr val="FF0000"/>
              </a:solidFill>
            </a:endParaRPr>
          </a:p>
        </p:txBody>
      </p:sp>
      <p:sp>
        <p:nvSpPr>
          <p:cNvPr id="5" name="Text Placeholder 6"/>
          <p:cNvSpPr txBox="1">
            <a:spLocks/>
          </p:cNvSpPr>
          <p:nvPr/>
        </p:nvSpPr>
        <p:spPr>
          <a:xfrm>
            <a:off x="4107179" y="1259888"/>
            <a:ext cx="4246245"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Router Creates Hash and Transmits to Peer</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44" y="1111251"/>
            <a:ext cx="3504733" cy="376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2530" y="2416176"/>
            <a:ext cx="3165439" cy="376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_"/>
          <p:cNvSpPr txBox="1">
            <a:spLocks/>
          </p:cNvSpPr>
          <p:nvPr/>
        </p:nvSpPr>
        <p:spPr>
          <a:xfrm>
            <a:off x="500044" y="5441363"/>
            <a:ext cx="4467224"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Peer Router Compares Recomputed Hash to Received Hash</a:t>
            </a:r>
          </a:p>
        </p:txBody>
      </p:sp>
    </p:spTree>
    <p:extLst>
      <p:ext uri="{BB962C8B-B14F-4D97-AF65-F5344CB8AC3E}">
        <p14:creationId xmlns:p14="http://schemas.microsoft.com/office/powerpoint/2010/main" val="101859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smtClean="0"/>
              <a:t>ESP (Encapsulation Security Payload)</a:t>
            </a:r>
            <a:endParaRPr lang="en-US" sz="28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0942" y="1211263"/>
            <a:ext cx="5822117" cy="4884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735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a:t>ESP Encrypts and </a:t>
            </a:r>
            <a:r>
              <a:rPr lang="en-US" sz="2800" dirty="0" smtClean="0"/>
              <a:t>Authenticates</a:t>
            </a:r>
            <a:endParaRPr lang="en-US" sz="28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35" y="1395413"/>
            <a:ext cx="8319530" cy="4729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628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smtClean="0"/>
              <a:t>Transport and Tunnel Modes</a:t>
            </a:r>
            <a:endParaRPr lang="en-US" sz="28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27" y="2042670"/>
            <a:ext cx="8440147" cy="3989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351925" y="1352312"/>
            <a:ext cx="4122103" cy="40081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Apply ESP and AH in Two Modes</a:t>
            </a:r>
          </a:p>
        </p:txBody>
      </p:sp>
    </p:spTree>
    <p:extLst>
      <p:ext uri="{BB962C8B-B14F-4D97-AF65-F5344CB8AC3E}">
        <p14:creationId xmlns:p14="http://schemas.microsoft.com/office/powerpoint/2010/main" val="79446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smtClean="0"/>
              <a:t>Transport and Tunnel Modes (Cont.)</a:t>
            </a:r>
            <a:endParaRPr lang="en-US" sz="2800" dirty="0">
              <a:solidFill>
                <a:srgbClr val="FF0000"/>
              </a:solidFill>
            </a:endParaRPr>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980" y="1934072"/>
            <a:ext cx="6548041" cy="430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339362" y="1245748"/>
            <a:ext cx="2795724" cy="40081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ESP Tunnel Mode</a:t>
            </a:r>
          </a:p>
        </p:txBody>
      </p:sp>
    </p:spTree>
    <p:extLst>
      <p:ext uri="{BB962C8B-B14F-4D97-AF65-F5344CB8AC3E}">
        <p14:creationId xmlns:p14="http://schemas.microsoft.com/office/powerpoint/2010/main" val="359594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8.2.3:</a:t>
            </a:r>
            <a:br>
              <a:rPr lang="en-US" sz="2800" dirty="0" smtClean="0"/>
            </a:br>
            <a:r>
              <a:rPr lang="en-US" sz="2800" dirty="0" smtClean="0"/>
              <a:t>Internet Key Exchange</a:t>
            </a:r>
            <a:endParaRPr lang="en-US" sz="2800" dirty="0"/>
          </a:p>
        </p:txBody>
      </p:sp>
    </p:spTree>
    <p:extLst>
      <p:ext uri="{BB962C8B-B14F-4D97-AF65-F5344CB8AC3E}">
        <p14:creationId xmlns:p14="http://schemas.microsoft.com/office/powerpoint/2010/main" val="2010562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smtClean="0"/>
              <a:t>The IKE Protocol</a:t>
            </a:r>
            <a:endParaRPr lang="en-US" sz="2800" dirty="0"/>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769" y="1330325"/>
            <a:ext cx="6748462" cy="4945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345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a:t>Phase 1 and 2 Key Negotiation</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094" y="1209675"/>
            <a:ext cx="7643812" cy="5000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919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2800" dirty="0"/>
              <a:t>Phase 2: Negotiating SAs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069" y="2393950"/>
            <a:ext cx="8291862" cy="188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085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21393" y="2174124"/>
            <a:ext cx="8112125" cy="696192"/>
          </a:xfrm>
        </p:spPr>
        <p:txBody>
          <a:bodyPr/>
          <a:lstStyle/>
          <a:p>
            <a:r>
              <a:rPr lang="en-US" sz="4000" dirty="0" smtClean="0"/>
              <a:t>Section 8.3:</a:t>
            </a:r>
            <a:br>
              <a:rPr lang="en-US" sz="4000" dirty="0" smtClean="0"/>
            </a:br>
            <a:r>
              <a:rPr lang="en-US" sz="4000" dirty="0" smtClean="0"/>
              <a:t>Implementing Site-to-Site IPsec VPNs with CLI</a:t>
            </a:r>
            <a:endParaRPr lang="en-US" sz="4000" dirty="0"/>
          </a:p>
        </p:txBody>
      </p:sp>
      <p:sp>
        <p:nvSpPr>
          <p:cNvPr id="5" name="Text Placeholder 6"/>
          <p:cNvSpPr txBox="1">
            <a:spLocks/>
          </p:cNvSpPr>
          <p:nvPr/>
        </p:nvSpPr>
        <p:spPr>
          <a:xfrm>
            <a:off x="419100" y="3119628"/>
            <a:ext cx="8577072" cy="202387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smtClean="0"/>
              <a:t>Upon completion of this section, you should be able to:</a:t>
            </a:r>
          </a:p>
          <a:p>
            <a:r>
              <a:rPr lang="en-US" sz="1800" dirty="0" smtClean="0"/>
              <a:t>Describe IPsec negotiation and the five steps of IPsec configuration.</a:t>
            </a:r>
          </a:p>
          <a:p>
            <a:r>
              <a:rPr lang="en-US" sz="1800" dirty="0" smtClean="0"/>
              <a:t>Configure the ISAKMP policy.</a:t>
            </a:r>
          </a:p>
          <a:p>
            <a:r>
              <a:rPr lang="en-US" sz="1800" dirty="0" smtClean="0"/>
              <a:t>Configure the IPsec policy.</a:t>
            </a:r>
          </a:p>
          <a:p>
            <a:r>
              <a:rPr lang="en-US" sz="1800" dirty="0"/>
              <a:t>Configure and </a:t>
            </a:r>
            <a:r>
              <a:rPr lang="en-US" sz="1800" dirty="0" smtClean="0"/>
              <a:t>apply </a:t>
            </a:r>
            <a:r>
              <a:rPr lang="en-US" sz="1800" dirty="0"/>
              <a:t>a </a:t>
            </a:r>
            <a:r>
              <a:rPr lang="en-US" sz="1800" dirty="0" smtClean="0"/>
              <a:t>crypto map.</a:t>
            </a:r>
          </a:p>
          <a:p>
            <a:r>
              <a:rPr lang="en-US" sz="1800" dirty="0"/>
              <a:t>Verify the IPsec </a:t>
            </a:r>
            <a:r>
              <a:rPr lang="en-US" sz="1800" dirty="0" smtClean="0"/>
              <a:t>VPN.</a:t>
            </a:r>
          </a:p>
        </p:txBody>
      </p:sp>
    </p:spTree>
    <p:extLst>
      <p:ext uri="{BB962C8B-B14F-4D97-AF65-F5344CB8AC3E}">
        <p14:creationId xmlns:p14="http://schemas.microsoft.com/office/powerpoint/2010/main" val="117516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8.3.1:</a:t>
            </a:r>
            <a:br>
              <a:rPr lang="en-US" sz="2800" dirty="0" smtClean="0"/>
            </a:br>
            <a:r>
              <a:rPr lang="en-US" sz="2800" dirty="0" smtClean="0"/>
              <a:t>Configuring a Site-to-Site IPsec VPN</a:t>
            </a:r>
            <a:endParaRPr lang="en-US" sz="2800" dirty="0"/>
          </a:p>
        </p:txBody>
      </p:sp>
    </p:spTree>
    <p:extLst>
      <p:ext uri="{BB962C8B-B14F-4D97-AF65-F5344CB8AC3E}">
        <p14:creationId xmlns:p14="http://schemas.microsoft.com/office/powerpoint/2010/main" val="361215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IPsec Negotiation</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1384300"/>
            <a:ext cx="5014913" cy="1249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3260" y="2882518"/>
            <a:ext cx="4999037" cy="1516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7288" y="4743450"/>
            <a:ext cx="5006975"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Placeholder 6"/>
          <p:cNvSpPr txBox="1">
            <a:spLocks/>
          </p:cNvSpPr>
          <p:nvPr/>
        </p:nvSpPr>
        <p:spPr>
          <a:xfrm>
            <a:off x="106679" y="2913411"/>
            <a:ext cx="3329941"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IPsec VPN Negotiation: Step 2 - R1 and R2 negotiate an IKE Phase 1 session.</a:t>
            </a:r>
          </a:p>
        </p:txBody>
      </p:sp>
      <p:sp>
        <p:nvSpPr>
          <p:cNvPr id="9" name="Text Placeholder 6_"/>
          <p:cNvSpPr txBox="1">
            <a:spLocks/>
          </p:cNvSpPr>
          <p:nvPr/>
        </p:nvSpPr>
        <p:spPr>
          <a:xfrm>
            <a:off x="5621654" y="1472342"/>
            <a:ext cx="3278506"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IPsec VPN Negotiation: Step 1 - Host A sends interesting traffic to Host B.</a:t>
            </a:r>
          </a:p>
        </p:txBody>
      </p:sp>
      <p:sp>
        <p:nvSpPr>
          <p:cNvPr id="10" name="Text Placeholder 6__"/>
          <p:cNvSpPr txBox="1">
            <a:spLocks/>
          </p:cNvSpPr>
          <p:nvPr/>
        </p:nvSpPr>
        <p:spPr>
          <a:xfrm>
            <a:off x="725805" y="4770692"/>
            <a:ext cx="2865120"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IPsec VPN Negotiation: Step 3 - R1 and R2 negotiate an IKE Phase 2 session.</a:t>
            </a:r>
          </a:p>
        </p:txBody>
      </p:sp>
    </p:spTree>
    <p:extLst>
      <p:ext uri="{BB962C8B-B14F-4D97-AF65-F5344CB8AC3E}">
        <p14:creationId xmlns:p14="http://schemas.microsoft.com/office/powerpoint/2010/main" val="632191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IPsec </a:t>
            </a:r>
            <a:r>
              <a:rPr lang="en-US" sz="3200" dirty="0" smtClean="0"/>
              <a:t>Negotiation (Cont.)</a:t>
            </a:r>
            <a:endParaRPr lang="en-US" sz="3200" dirty="0">
              <a:solidFill>
                <a:srgbClr val="FF0000"/>
              </a:solidFill>
            </a:endParaRPr>
          </a:p>
        </p:txBody>
      </p:sp>
      <p:sp>
        <p:nvSpPr>
          <p:cNvPr id="9" name="Text Placeholder 6"/>
          <p:cNvSpPr txBox="1">
            <a:spLocks/>
          </p:cNvSpPr>
          <p:nvPr/>
        </p:nvSpPr>
        <p:spPr>
          <a:xfrm>
            <a:off x="5621654" y="2236246"/>
            <a:ext cx="3408046"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IPsec VPN Negotiation: Step 4 - Information is exchanged via IPsec tunnel.</a:t>
            </a:r>
          </a:p>
        </p:txBody>
      </p:sp>
      <p:sp>
        <p:nvSpPr>
          <p:cNvPr id="10" name="Text Placeholder 6_"/>
          <p:cNvSpPr txBox="1">
            <a:spLocks/>
          </p:cNvSpPr>
          <p:nvPr/>
        </p:nvSpPr>
        <p:spPr>
          <a:xfrm>
            <a:off x="278130" y="3956461"/>
            <a:ext cx="2865120"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IPsec VPN Negotiation: Step 5 - The IPsec tunnel is terminated.</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64543"/>
            <a:ext cx="5029200" cy="143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5675" y="3864768"/>
            <a:ext cx="4991100" cy="124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0456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Site-to-Site IPsec VPN Topology</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21" y="2644775"/>
            <a:ext cx="8331359" cy="156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815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IPsec VPN Configuration Tasks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119" y="1251045"/>
            <a:ext cx="7969762" cy="169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Table 2"/>
          <p:cNvGraphicFramePr>
            <a:graphicFrameLocks noGrp="1"/>
          </p:cNvGraphicFramePr>
          <p:nvPr>
            <p:extLst>
              <p:ext uri="{D42A27DB-BD31-4B8C-83A1-F6EECF244321}">
                <p14:modId xmlns:p14="http://schemas.microsoft.com/office/powerpoint/2010/main" val="986875221"/>
              </p:ext>
            </p:extLst>
          </p:nvPr>
        </p:nvGraphicFramePr>
        <p:xfrm>
          <a:off x="255270" y="3530600"/>
          <a:ext cx="8633460" cy="2225040"/>
        </p:xfrm>
        <a:graphic>
          <a:graphicData uri="http://schemas.openxmlformats.org/drawingml/2006/table">
            <a:tbl>
              <a:tblPr firstRow="1" bandRow="1">
                <a:tableStyleId>{5C22544A-7EE6-4342-B048-85BDC9FD1C3A}</a:tableStyleId>
              </a:tblPr>
              <a:tblGrid>
                <a:gridCol w="42443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370840">
                <a:tc>
                  <a:txBody>
                    <a:bodyPr/>
                    <a:lstStyle/>
                    <a:p>
                      <a:r>
                        <a:rPr lang="en-US" sz="1500" dirty="0" smtClean="0"/>
                        <a:t>XYZCORP</a:t>
                      </a:r>
                      <a:r>
                        <a:rPr lang="en-US" sz="1500" baseline="0" dirty="0" smtClean="0"/>
                        <a:t> </a:t>
                      </a:r>
                      <a:r>
                        <a:rPr lang="en-US" sz="1500" dirty="0" smtClean="0"/>
                        <a:t>Security Policy</a:t>
                      </a:r>
                      <a:endParaRPr lang="en-US" sz="1500" dirty="0"/>
                    </a:p>
                  </a:txBody>
                  <a:tcPr/>
                </a:tc>
                <a:tc>
                  <a:txBody>
                    <a:bodyPr/>
                    <a:lstStyle/>
                    <a:p>
                      <a:r>
                        <a:rPr lang="en-US" sz="1500" dirty="0" smtClean="0"/>
                        <a:t>Configuration Tasks</a:t>
                      </a:r>
                      <a:endParaRPr lang="en-US" sz="1500" dirty="0"/>
                    </a:p>
                  </a:txBody>
                  <a:tcPr/>
                </a:tc>
                <a:extLst>
                  <a:ext uri="{0D108BD9-81ED-4DB2-BD59-A6C34878D82A}">
                    <a16:rowId xmlns:a16="http://schemas.microsoft.com/office/drawing/2014/main" val="10000"/>
                  </a:ext>
                </a:extLst>
              </a:tr>
              <a:tr h="370840">
                <a:tc>
                  <a:txBody>
                    <a:bodyPr/>
                    <a:lstStyle/>
                    <a:p>
                      <a:r>
                        <a:rPr lang="en-US" sz="1500" dirty="0" smtClean="0">
                          <a:solidFill>
                            <a:srgbClr val="435153"/>
                          </a:solidFill>
                        </a:rPr>
                        <a:t>Encrypt</a:t>
                      </a:r>
                      <a:r>
                        <a:rPr lang="en-US" sz="1500" baseline="0" dirty="0" smtClean="0">
                          <a:solidFill>
                            <a:srgbClr val="435153"/>
                          </a:solidFill>
                        </a:rPr>
                        <a:t> traffic with AES 256 and SHA</a:t>
                      </a:r>
                      <a:endParaRPr lang="en-US" sz="1500" dirty="0">
                        <a:solidFill>
                          <a:srgbClr val="435153"/>
                        </a:solidFill>
                      </a:endParaRPr>
                    </a:p>
                  </a:txBody>
                  <a:tcPr/>
                </a:tc>
                <a:tc>
                  <a:txBody>
                    <a:bodyPr/>
                    <a:lstStyle/>
                    <a:p>
                      <a:r>
                        <a:rPr lang="en-US" sz="1500" dirty="0" smtClean="0">
                          <a:solidFill>
                            <a:srgbClr val="435153"/>
                          </a:solidFill>
                        </a:rPr>
                        <a:t>1. Configure the ISAKMP policy for IKE Phase 1</a:t>
                      </a:r>
                      <a:endParaRPr lang="en-US" sz="1500" dirty="0">
                        <a:solidFill>
                          <a:srgbClr val="435153"/>
                        </a:solidFill>
                      </a:endParaRPr>
                    </a:p>
                  </a:txBody>
                  <a:tcPr/>
                </a:tc>
                <a:extLst>
                  <a:ext uri="{0D108BD9-81ED-4DB2-BD59-A6C34878D82A}">
                    <a16:rowId xmlns:a16="http://schemas.microsoft.com/office/drawing/2014/main" val="10001"/>
                  </a:ext>
                </a:extLst>
              </a:tr>
              <a:tr h="370840">
                <a:tc>
                  <a:txBody>
                    <a:bodyPr/>
                    <a:lstStyle/>
                    <a:p>
                      <a:r>
                        <a:rPr lang="en-US" sz="1500" dirty="0" smtClean="0">
                          <a:solidFill>
                            <a:srgbClr val="435153"/>
                          </a:solidFill>
                        </a:rPr>
                        <a:t>Authentication with PSK</a:t>
                      </a:r>
                      <a:endParaRPr lang="en-US" sz="1500" dirty="0">
                        <a:solidFill>
                          <a:srgbClr val="435153"/>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smtClean="0">
                          <a:solidFill>
                            <a:srgbClr val="435153"/>
                          </a:solidFill>
                        </a:rPr>
                        <a:t>2. Configure the IPsec policy for IKE Phase 2</a:t>
                      </a:r>
                      <a:endParaRPr lang="en-US" sz="1500" dirty="0">
                        <a:solidFill>
                          <a:srgbClr val="435153"/>
                        </a:solidFill>
                      </a:endParaRPr>
                    </a:p>
                  </a:txBody>
                  <a:tcPr/>
                </a:tc>
                <a:extLst>
                  <a:ext uri="{0D108BD9-81ED-4DB2-BD59-A6C34878D82A}">
                    <a16:rowId xmlns:a16="http://schemas.microsoft.com/office/drawing/2014/main" val="10002"/>
                  </a:ext>
                </a:extLst>
              </a:tr>
              <a:tr h="370840">
                <a:tc>
                  <a:txBody>
                    <a:bodyPr/>
                    <a:lstStyle/>
                    <a:p>
                      <a:r>
                        <a:rPr lang="en-US" sz="1500" dirty="0" smtClean="0">
                          <a:solidFill>
                            <a:srgbClr val="435153"/>
                          </a:solidFill>
                        </a:rPr>
                        <a:t>Exchange keys with group 24</a:t>
                      </a:r>
                      <a:endParaRPr lang="en-US" sz="1500" dirty="0">
                        <a:solidFill>
                          <a:srgbClr val="435153"/>
                        </a:solidFill>
                      </a:endParaRPr>
                    </a:p>
                  </a:txBody>
                  <a:tcPr/>
                </a:tc>
                <a:tc>
                  <a:txBody>
                    <a:bodyPr/>
                    <a:lstStyle/>
                    <a:p>
                      <a:r>
                        <a:rPr lang="en-US" sz="1500" dirty="0" smtClean="0">
                          <a:solidFill>
                            <a:srgbClr val="435153"/>
                          </a:solidFill>
                        </a:rPr>
                        <a:t>3. Configure the crypto map for IPsec policy </a:t>
                      </a:r>
                      <a:endParaRPr lang="en-US" sz="1500" dirty="0">
                        <a:solidFill>
                          <a:srgbClr val="435153"/>
                        </a:solidFill>
                      </a:endParaRPr>
                    </a:p>
                  </a:txBody>
                  <a:tcPr/>
                </a:tc>
                <a:extLst>
                  <a:ext uri="{0D108BD9-81ED-4DB2-BD59-A6C34878D82A}">
                    <a16:rowId xmlns:a16="http://schemas.microsoft.com/office/drawing/2014/main" val="10003"/>
                  </a:ext>
                </a:extLst>
              </a:tr>
              <a:tr h="370840">
                <a:tc>
                  <a:txBody>
                    <a:bodyPr/>
                    <a:lstStyle/>
                    <a:p>
                      <a:r>
                        <a:rPr lang="en-US" sz="1500" dirty="0" smtClean="0">
                          <a:solidFill>
                            <a:srgbClr val="435153"/>
                          </a:solidFill>
                        </a:rPr>
                        <a:t>ISAKMP tunnel lifetime</a:t>
                      </a:r>
                      <a:r>
                        <a:rPr lang="en-US" sz="1500" baseline="0" dirty="0" smtClean="0">
                          <a:solidFill>
                            <a:srgbClr val="435153"/>
                          </a:solidFill>
                        </a:rPr>
                        <a:t> is 1 hour</a:t>
                      </a:r>
                      <a:endParaRPr lang="en-US" sz="1500" dirty="0">
                        <a:solidFill>
                          <a:srgbClr val="435153"/>
                        </a:solidFill>
                      </a:endParaRPr>
                    </a:p>
                  </a:txBody>
                  <a:tcPr/>
                </a:tc>
                <a:tc>
                  <a:txBody>
                    <a:bodyPr/>
                    <a:lstStyle/>
                    <a:p>
                      <a:r>
                        <a:rPr lang="en-US" sz="1500" dirty="0" smtClean="0">
                          <a:solidFill>
                            <a:srgbClr val="435153"/>
                          </a:solidFill>
                        </a:rPr>
                        <a:t>4. Apply the IPsec policy</a:t>
                      </a:r>
                      <a:endParaRPr lang="en-US" sz="1500" dirty="0">
                        <a:solidFill>
                          <a:srgbClr val="435153"/>
                        </a:solidFill>
                      </a:endParaRPr>
                    </a:p>
                  </a:txBody>
                  <a:tcPr/>
                </a:tc>
                <a:extLst>
                  <a:ext uri="{0D108BD9-81ED-4DB2-BD59-A6C34878D82A}">
                    <a16:rowId xmlns:a16="http://schemas.microsoft.com/office/drawing/2014/main" val="10004"/>
                  </a:ext>
                </a:extLst>
              </a:tr>
              <a:tr h="370840">
                <a:tc>
                  <a:txBody>
                    <a:bodyPr/>
                    <a:lstStyle/>
                    <a:p>
                      <a:r>
                        <a:rPr lang="en-US" sz="1500" dirty="0" smtClean="0">
                          <a:solidFill>
                            <a:srgbClr val="435153"/>
                          </a:solidFill>
                        </a:rPr>
                        <a:t>IPsec tunnel uses ESP with a 15-min. lifetime</a:t>
                      </a:r>
                      <a:endParaRPr lang="en-US" sz="1500" dirty="0">
                        <a:solidFill>
                          <a:srgbClr val="435153"/>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smtClean="0">
                          <a:solidFill>
                            <a:srgbClr val="435153"/>
                          </a:solidFill>
                        </a:rPr>
                        <a:t>5. Verify the IPsec tunnel is operational</a:t>
                      </a:r>
                      <a:endParaRPr lang="en-US" sz="1500" dirty="0">
                        <a:solidFill>
                          <a:srgbClr val="435153"/>
                        </a:solidFill>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0288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Existing ACL Configurations</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7" y="2005035"/>
            <a:ext cx="6228669" cy="3556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6"/>
          <p:cNvSpPr txBox="1">
            <a:spLocks/>
          </p:cNvSpPr>
          <p:nvPr/>
        </p:nvSpPr>
        <p:spPr>
          <a:xfrm>
            <a:off x="6678930" y="3469123"/>
            <a:ext cx="2388870"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ACL Syntax for IPsec Traffic</a:t>
            </a:r>
          </a:p>
        </p:txBody>
      </p:sp>
    </p:spTree>
    <p:extLst>
      <p:ext uri="{BB962C8B-B14F-4D97-AF65-F5344CB8AC3E}">
        <p14:creationId xmlns:p14="http://schemas.microsoft.com/office/powerpoint/2010/main" val="3613343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Existing ACL </a:t>
            </a:r>
            <a:r>
              <a:rPr lang="en-US" sz="3200" dirty="0" smtClean="0"/>
              <a:t>Configurations (Cont.)</a:t>
            </a:r>
            <a:endParaRPr lang="en-US" sz="3200" dirty="0"/>
          </a:p>
        </p:txBody>
      </p:sp>
      <p:sp>
        <p:nvSpPr>
          <p:cNvPr id="5" name="Text Placeholder 6"/>
          <p:cNvSpPr txBox="1">
            <a:spLocks/>
          </p:cNvSpPr>
          <p:nvPr/>
        </p:nvSpPr>
        <p:spPr>
          <a:xfrm>
            <a:off x="424925" y="1442942"/>
            <a:ext cx="6171817" cy="448437"/>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Permitting Traffic for IPsec Negotiations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563" y="2039436"/>
            <a:ext cx="7880874" cy="4198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77559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Introduction to GRE Tunnels</a:t>
            </a: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664" y="1296988"/>
            <a:ext cx="6846672" cy="5018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7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8.3.2:</a:t>
            </a:r>
            <a:br>
              <a:rPr lang="en-US" sz="2800" dirty="0" smtClean="0"/>
            </a:br>
            <a:r>
              <a:rPr lang="en-US" sz="2800" dirty="0" smtClean="0"/>
              <a:t>ISAKMP Policy</a:t>
            </a:r>
            <a:endParaRPr lang="en-US" sz="2800" dirty="0"/>
          </a:p>
        </p:txBody>
      </p:sp>
    </p:spTree>
    <p:extLst>
      <p:ext uri="{BB962C8B-B14F-4D97-AF65-F5344CB8AC3E}">
        <p14:creationId xmlns:p14="http://schemas.microsoft.com/office/powerpoint/2010/main" val="2410899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The Default ISAKMP Policies</a:t>
            </a:r>
            <a:endParaRPr lang="en-US" sz="32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18" y="1132795"/>
            <a:ext cx="7650565" cy="5137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1632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Syntax to Configure a New ISAKMP Policy</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397" y="1371828"/>
            <a:ext cx="7917206" cy="4876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0233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XYZCORP ISAKMP Policy Configuration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194" y="1382486"/>
            <a:ext cx="7059613" cy="4814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9294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Configuring a Pre-Shared Key</a:t>
            </a:r>
            <a:endParaRPr lang="en-US" sz="3200" dirty="0"/>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11" y="2623230"/>
            <a:ext cx="8652779" cy="27434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Placeholder 6"/>
          <p:cNvSpPr txBox="1">
            <a:spLocks/>
          </p:cNvSpPr>
          <p:nvPr/>
        </p:nvSpPr>
        <p:spPr>
          <a:xfrm>
            <a:off x="169703" y="1813446"/>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The </a:t>
            </a:r>
            <a:r>
              <a:rPr lang="en-US" sz="2000" dirty="0" smtClean="0">
                <a:latin typeface="Courier New" panose="02070309020205020404" pitchFamily="49" charset="0"/>
                <a:cs typeface="Courier New" panose="02070309020205020404" pitchFamily="49" charset="0"/>
              </a:rPr>
              <a:t>crypto </a:t>
            </a:r>
            <a:r>
              <a:rPr lang="en-US" sz="2000" dirty="0" err="1" smtClean="0">
                <a:latin typeface="Courier New" panose="02070309020205020404" pitchFamily="49" charset="0"/>
                <a:cs typeface="Courier New" panose="02070309020205020404" pitchFamily="49" charset="0"/>
              </a:rPr>
              <a:t>isakmp</a:t>
            </a:r>
            <a:r>
              <a:rPr lang="en-US" sz="2000" dirty="0" smtClean="0">
                <a:latin typeface="Courier New" panose="02070309020205020404" pitchFamily="49" charset="0"/>
                <a:cs typeface="Courier New" panose="02070309020205020404" pitchFamily="49" charset="0"/>
              </a:rPr>
              <a:t> key </a:t>
            </a:r>
            <a:r>
              <a:rPr lang="en-US" sz="2000" dirty="0" smtClean="0"/>
              <a:t>Command</a:t>
            </a:r>
          </a:p>
        </p:txBody>
      </p:sp>
    </p:spTree>
    <p:extLst>
      <p:ext uri="{BB962C8B-B14F-4D97-AF65-F5344CB8AC3E}">
        <p14:creationId xmlns:p14="http://schemas.microsoft.com/office/powerpoint/2010/main" val="81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Configuring a Pre-Shared Key (Cont.)</a:t>
            </a:r>
            <a:endParaRPr lang="en-US" sz="3200" dirty="0"/>
          </a:p>
        </p:txBody>
      </p:sp>
      <p:sp>
        <p:nvSpPr>
          <p:cNvPr id="9" name="Text Placeholder 6"/>
          <p:cNvSpPr txBox="1">
            <a:spLocks/>
          </p:cNvSpPr>
          <p:nvPr/>
        </p:nvSpPr>
        <p:spPr>
          <a:xfrm>
            <a:off x="169704" y="1109720"/>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Pre-Shared Key Configuration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4" y="1532388"/>
            <a:ext cx="5594350" cy="253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9083" y="3709534"/>
            <a:ext cx="5594350" cy="253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489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8.3.3:</a:t>
            </a:r>
            <a:br>
              <a:rPr lang="en-US" sz="2800" dirty="0" smtClean="0"/>
            </a:br>
            <a:r>
              <a:rPr lang="en-US" sz="2800" dirty="0" smtClean="0"/>
              <a:t>IPsec Policy</a:t>
            </a:r>
            <a:endParaRPr lang="en-US" sz="2800" dirty="0"/>
          </a:p>
        </p:txBody>
      </p:sp>
    </p:spTree>
    <p:extLst>
      <p:ext uri="{BB962C8B-B14F-4D97-AF65-F5344CB8AC3E}">
        <p14:creationId xmlns:p14="http://schemas.microsoft.com/office/powerpoint/2010/main" val="232371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Define Interesting Traffic</a:t>
            </a:r>
          </a:p>
        </p:txBody>
      </p:sp>
      <p:sp>
        <p:nvSpPr>
          <p:cNvPr id="5" name="Text Placeholder 6"/>
          <p:cNvSpPr txBox="1">
            <a:spLocks/>
          </p:cNvSpPr>
          <p:nvPr/>
        </p:nvSpPr>
        <p:spPr>
          <a:xfrm>
            <a:off x="169704" y="1109720"/>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The IKE Phase 1 Tunnel Does Not Exist Yet</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4" y="1643882"/>
            <a:ext cx="8649047" cy="3918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5584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a:t>Define Interesting </a:t>
            </a:r>
            <a:r>
              <a:rPr lang="en-US" sz="3200" dirty="0" smtClean="0"/>
              <a:t>Traffic (Cont.)</a:t>
            </a:r>
            <a:endParaRPr lang="en-US" sz="3200" dirty="0"/>
          </a:p>
        </p:txBody>
      </p:sp>
      <p:sp>
        <p:nvSpPr>
          <p:cNvPr id="5" name="Text Placeholder 6"/>
          <p:cNvSpPr txBox="1">
            <a:spLocks/>
          </p:cNvSpPr>
          <p:nvPr/>
        </p:nvSpPr>
        <p:spPr>
          <a:xfrm>
            <a:off x="169704" y="1109720"/>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Configure an ACL to Define Interesting Traffic</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4" y="1643882"/>
            <a:ext cx="5586413" cy="2538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2027" y="3748723"/>
            <a:ext cx="5608637" cy="253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365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Configure IPsec Transform Set</a:t>
            </a:r>
            <a:endParaRPr lang="en-US" sz="32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312" y="1472746"/>
            <a:ext cx="6611185" cy="4840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169702" y="1069216"/>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The </a:t>
            </a:r>
            <a:r>
              <a:rPr lang="en-US" sz="2000" dirty="0" smtClean="0">
                <a:latin typeface="Courier New" panose="02070309020205020404" pitchFamily="49" charset="0"/>
                <a:cs typeface="Courier New" panose="02070309020205020404" pitchFamily="49" charset="0"/>
              </a:rPr>
              <a:t>crypto </a:t>
            </a:r>
            <a:r>
              <a:rPr lang="en-US" sz="2000" dirty="0" err="1" smtClean="0">
                <a:latin typeface="Courier New" panose="02070309020205020404" pitchFamily="49" charset="0"/>
                <a:cs typeface="Courier New" panose="02070309020205020404" pitchFamily="49" charset="0"/>
              </a:rPr>
              <a:t>ipsec</a:t>
            </a:r>
            <a:r>
              <a:rPr lang="en-US" sz="2000" dirty="0" smtClean="0">
                <a:latin typeface="Courier New" panose="02070309020205020404" pitchFamily="49" charset="0"/>
                <a:cs typeface="Courier New" panose="02070309020205020404" pitchFamily="49" charset="0"/>
              </a:rPr>
              <a:t> transform-set </a:t>
            </a:r>
            <a:r>
              <a:rPr lang="en-US" sz="2000" dirty="0" smtClean="0"/>
              <a:t>Command</a:t>
            </a:r>
          </a:p>
        </p:txBody>
      </p:sp>
    </p:spTree>
    <p:extLst>
      <p:ext uri="{BB962C8B-B14F-4D97-AF65-F5344CB8AC3E}">
        <p14:creationId xmlns:p14="http://schemas.microsoft.com/office/powerpoint/2010/main" val="403493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Configure IPsec Transform Set (Cont.)</a:t>
            </a:r>
            <a:endParaRPr lang="en-US" sz="3200" dirty="0"/>
          </a:p>
        </p:txBody>
      </p:sp>
      <p:sp>
        <p:nvSpPr>
          <p:cNvPr id="6" name="Text Placeholder 6"/>
          <p:cNvSpPr txBox="1">
            <a:spLocks/>
          </p:cNvSpPr>
          <p:nvPr/>
        </p:nvSpPr>
        <p:spPr>
          <a:xfrm>
            <a:off x="169702" y="1069216"/>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The </a:t>
            </a:r>
            <a:r>
              <a:rPr lang="en-US" sz="2000" dirty="0" smtClean="0">
                <a:latin typeface="Courier New" panose="02070309020205020404" pitchFamily="49" charset="0"/>
                <a:cs typeface="Courier New" panose="02070309020205020404" pitchFamily="49" charset="0"/>
              </a:rPr>
              <a:t>crypto </a:t>
            </a:r>
            <a:r>
              <a:rPr lang="en-US" sz="2000" dirty="0" err="1" smtClean="0">
                <a:latin typeface="Courier New" panose="02070309020205020404" pitchFamily="49" charset="0"/>
                <a:cs typeface="Courier New" panose="02070309020205020404" pitchFamily="49" charset="0"/>
              </a:rPr>
              <a:t>ipsec</a:t>
            </a:r>
            <a:r>
              <a:rPr lang="en-US" sz="2000" dirty="0" smtClean="0">
                <a:latin typeface="Courier New" panose="02070309020205020404" pitchFamily="49" charset="0"/>
                <a:cs typeface="Courier New" panose="02070309020205020404" pitchFamily="49" charset="0"/>
              </a:rPr>
              <a:t> transform-set </a:t>
            </a:r>
            <a:r>
              <a:rPr lang="en-US" sz="2000" dirty="0" smtClean="0"/>
              <a:t>Command</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49" y="1603378"/>
            <a:ext cx="6054519" cy="243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7686" y="3788229"/>
            <a:ext cx="6230760" cy="25096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128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8.3.4:</a:t>
            </a:r>
            <a:br>
              <a:rPr lang="en-US" sz="2800" dirty="0" smtClean="0"/>
            </a:br>
            <a:r>
              <a:rPr lang="en-US" sz="2800" dirty="0" smtClean="0"/>
              <a:t>Crypto Map</a:t>
            </a:r>
            <a:endParaRPr lang="en-US" sz="2800" dirty="0"/>
          </a:p>
        </p:txBody>
      </p:sp>
    </p:spTree>
    <p:extLst>
      <p:ext uri="{BB962C8B-B14F-4D97-AF65-F5344CB8AC3E}">
        <p14:creationId xmlns:p14="http://schemas.microsoft.com/office/powerpoint/2010/main" val="129256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spcBef>
                <a:spcPts val="0"/>
              </a:spcBef>
              <a:defRPr/>
            </a:pPr>
            <a:r>
              <a:rPr lang="en-US" sz="3200" dirty="0"/>
              <a:t>Syntax to Configure </a:t>
            </a:r>
            <a:r>
              <a:rPr lang="en-US" sz="3200"/>
              <a:t>a </a:t>
            </a:r>
            <a:r>
              <a:rPr lang="en-US" sz="3200" smtClean="0"/>
              <a:t>Crypto </a:t>
            </a:r>
            <a:r>
              <a:rPr lang="en-US" sz="3200" dirty="0"/>
              <a:t>Map</a:t>
            </a: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593" y="1700213"/>
            <a:ext cx="8546815" cy="3757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0374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spcBef>
                <a:spcPts val="0"/>
              </a:spcBef>
              <a:defRPr/>
            </a:pPr>
            <a:r>
              <a:rPr lang="en-US" sz="3200" dirty="0"/>
              <a:t>Syntax to Configure a </a:t>
            </a:r>
            <a:r>
              <a:rPr lang="en-US" sz="3200" dirty="0" smtClean="0"/>
              <a:t>Crypto Map (Cont.)</a:t>
            </a:r>
            <a:endParaRPr lang="en-US" sz="32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381" y="1706563"/>
            <a:ext cx="7361238" cy="45457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169702" y="1172401"/>
            <a:ext cx="7383621" cy="53416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Crypto Map Configuration Commands</a:t>
            </a:r>
          </a:p>
        </p:txBody>
      </p:sp>
    </p:spTree>
    <p:extLst>
      <p:ext uri="{BB962C8B-B14F-4D97-AF65-F5344CB8AC3E}">
        <p14:creationId xmlns:p14="http://schemas.microsoft.com/office/powerpoint/2010/main" val="2309703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XYZCORP Crypto Map Configuration</a:t>
            </a:r>
            <a:endParaRPr lang="en-US" sz="3200" dirty="0"/>
          </a:p>
        </p:txBody>
      </p:sp>
      <p:sp>
        <p:nvSpPr>
          <p:cNvPr id="8" name="Text Placeholder 6"/>
          <p:cNvSpPr txBox="1">
            <a:spLocks/>
          </p:cNvSpPr>
          <p:nvPr/>
        </p:nvSpPr>
        <p:spPr>
          <a:xfrm>
            <a:off x="297179" y="1024128"/>
            <a:ext cx="8380095" cy="49987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Crypto Map Configuration:</a:t>
            </a:r>
            <a:endParaRPr lang="en-US" sz="20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 y="1394053"/>
            <a:ext cx="4514306" cy="2643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3657" y="3701594"/>
            <a:ext cx="4566245" cy="2653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124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pPr>
              <a:lnSpc>
                <a:spcPct val="100000"/>
              </a:lnSpc>
            </a:pPr>
            <a:r>
              <a:rPr lang="en-US" sz="3200" dirty="0" smtClean="0"/>
              <a:t>XYZCORP Crypto Map Configuration (Cont.)</a:t>
            </a:r>
            <a:endParaRPr lang="en-US" sz="3200" dirty="0"/>
          </a:p>
        </p:txBody>
      </p:sp>
      <p:sp>
        <p:nvSpPr>
          <p:cNvPr id="8" name="Text Placeholder 6"/>
          <p:cNvSpPr txBox="1">
            <a:spLocks/>
          </p:cNvSpPr>
          <p:nvPr/>
        </p:nvSpPr>
        <p:spPr>
          <a:xfrm>
            <a:off x="297179" y="1024128"/>
            <a:ext cx="8380095" cy="202387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Crypto Map Configuration:</a:t>
            </a:r>
            <a:endParaRPr lang="en-US" sz="20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381" y="1502230"/>
            <a:ext cx="6641239" cy="4798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033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r>
              <a:rPr lang="en-US" sz="3200" dirty="0"/>
              <a:t>Apply the Crypto Map</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339" y="1133282"/>
            <a:ext cx="6971322" cy="5169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5999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smtClean="0"/>
              <a:t>Topic 8.3.5:</a:t>
            </a:r>
            <a:br>
              <a:rPr lang="en-US" sz="2800" dirty="0" smtClean="0"/>
            </a:br>
            <a:r>
              <a:rPr lang="en-US" sz="2800" dirty="0" smtClean="0"/>
              <a:t>IPsec VPN</a:t>
            </a:r>
            <a:endParaRPr lang="en-US" sz="2800" dirty="0"/>
          </a:p>
        </p:txBody>
      </p:sp>
    </p:spTree>
    <p:extLst>
      <p:ext uri="{BB962C8B-B14F-4D97-AF65-F5344CB8AC3E}">
        <p14:creationId xmlns:p14="http://schemas.microsoft.com/office/powerpoint/2010/main" val="302514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r>
              <a:rPr lang="en-US" sz="3200" dirty="0" smtClean="0"/>
              <a:t>Send </a:t>
            </a:r>
            <a:r>
              <a:rPr lang="en-US" sz="3200" dirty="0"/>
              <a:t>Interesting Traffic</a:t>
            </a:r>
          </a:p>
        </p:txBody>
      </p:sp>
      <p:sp>
        <p:nvSpPr>
          <p:cNvPr id="5" name="Text Placeholder 6"/>
          <p:cNvSpPr txBox="1">
            <a:spLocks/>
          </p:cNvSpPr>
          <p:nvPr/>
        </p:nvSpPr>
        <p:spPr>
          <a:xfrm>
            <a:off x="297178" y="1617621"/>
            <a:ext cx="8380095" cy="40190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Use Extended Ping to Send Interesting Traffic</a:t>
            </a:r>
            <a:endParaRPr lang="en-US" sz="2000"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953" y="2109788"/>
            <a:ext cx="8380095" cy="39187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300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r>
              <a:rPr lang="en-US" sz="3200" dirty="0" smtClean="0"/>
              <a:t>Verify ISAKMP and IPsec Tunnels</a:t>
            </a:r>
            <a:endParaRPr lang="en-US" sz="3200"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93" y="1699070"/>
            <a:ext cx="8615815" cy="4245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297178" y="1291041"/>
            <a:ext cx="8380095" cy="40190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Verify the ISAKMP Tunnel is Established</a:t>
            </a:r>
            <a:endParaRPr lang="en-US" sz="2000" dirty="0"/>
          </a:p>
        </p:txBody>
      </p:sp>
    </p:spTree>
    <p:extLst>
      <p:ext uri="{BB962C8B-B14F-4D97-AF65-F5344CB8AC3E}">
        <p14:creationId xmlns:p14="http://schemas.microsoft.com/office/powerpoint/2010/main" val="73461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2" y="104555"/>
            <a:ext cx="8588861" cy="838200"/>
          </a:xfrm>
        </p:spPr>
        <p:txBody>
          <a:bodyPr/>
          <a:lstStyle/>
          <a:p>
            <a:r>
              <a:rPr lang="en-US" sz="3200" dirty="0" smtClean="0"/>
              <a:t>Verify ISAKMP and IPsec Tunnels (Cont.)</a:t>
            </a:r>
            <a:endParaRPr lang="en-US" sz="3200"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908" y="1447800"/>
            <a:ext cx="8445902" cy="4865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297178" y="1095093"/>
            <a:ext cx="8380095" cy="40190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Verify the IPsec Tunnel is Established</a:t>
            </a:r>
            <a:endParaRPr lang="en-US" sz="2000" dirty="0"/>
          </a:p>
        </p:txBody>
      </p:sp>
    </p:spTree>
    <p:extLst>
      <p:ext uri="{BB962C8B-B14F-4D97-AF65-F5344CB8AC3E}">
        <p14:creationId xmlns:p14="http://schemas.microsoft.com/office/powerpoint/2010/main" val="61511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21393" y="2072640"/>
            <a:ext cx="8112125" cy="688368"/>
          </a:xfrm>
        </p:spPr>
        <p:txBody>
          <a:bodyPr/>
          <a:lstStyle/>
          <a:p>
            <a:r>
              <a:rPr lang="en-US" sz="4000" dirty="0" smtClean="0"/>
              <a:t>Section 8.4:</a:t>
            </a:r>
            <a:br>
              <a:rPr lang="en-US" sz="4000" dirty="0" smtClean="0"/>
            </a:br>
            <a:r>
              <a:rPr lang="en-US" sz="4000" dirty="0" smtClean="0"/>
              <a:t>Summary</a:t>
            </a:r>
            <a:endParaRPr lang="en-US" sz="4000" dirty="0"/>
          </a:p>
        </p:txBody>
      </p:sp>
      <p:sp>
        <p:nvSpPr>
          <p:cNvPr id="5" name="Text Placeholder 6"/>
          <p:cNvSpPr txBox="1">
            <a:spLocks/>
          </p:cNvSpPr>
          <p:nvPr/>
        </p:nvSpPr>
        <p:spPr>
          <a:xfrm>
            <a:off x="419100" y="3012948"/>
            <a:ext cx="8577072" cy="265633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Chapter Objectives: </a:t>
            </a:r>
          </a:p>
          <a:p>
            <a:r>
              <a:rPr lang="en-US" sz="1800" dirty="0" smtClean="0"/>
              <a:t>Explain the purpose of VPNs.</a:t>
            </a:r>
          </a:p>
          <a:p>
            <a:r>
              <a:rPr lang="en-US" sz="1800" dirty="0" smtClean="0"/>
              <a:t>Explain how </a:t>
            </a:r>
            <a:r>
              <a:rPr lang="en-US" sz="1800" dirty="0"/>
              <a:t>IPsec </a:t>
            </a:r>
            <a:r>
              <a:rPr lang="en-US" sz="1800" dirty="0" smtClean="0"/>
              <a:t>VPNs operate.</a:t>
            </a:r>
          </a:p>
          <a:p>
            <a:r>
              <a:rPr lang="en-US" sz="1800" dirty="0"/>
              <a:t>Configure </a:t>
            </a:r>
            <a:r>
              <a:rPr lang="en-US" sz="1800" dirty="0" smtClean="0"/>
              <a:t>a site-to-site IPsec VPN, with pre-shared key authentication,</a:t>
            </a:r>
            <a:br>
              <a:rPr lang="en-US" sz="1800" dirty="0" smtClean="0"/>
            </a:br>
            <a:r>
              <a:rPr lang="en-US" sz="1800" dirty="0" smtClean="0"/>
              <a:t>using the CLI.</a:t>
            </a:r>
            <a:endParaRPr lang="en-US" sz="1800" dirty="0"/>
          </a:p>
        </p:txBody>
      </p:sp>
    </p:spTree>
    <p:extLst>
      <p:ext uri="{BB962C8B-B14F-4D97-AF65-F5344CB8AC3E}">
        <p14:creationId xmlns:p14="http://schemas.microsoft.com/office/powerpoint/2010/main" val="359023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NetAcad_White_PPT_Template 05Oct12">
  <a:themeElements>
    <a:clrScheme name="Cisco NetAcad">
      <a:dk1>
        <a:srgbClr val="2AA7DF"/>
      </a:dk1>
      <a:lt1>
        <a:srgbClr val="FFFFFF"/>
      </a:lt1>
      <a:dk2>
        <a:srgbClr val="6B308E"/>
      </a:dk2>
      <a:lt2>
        <a:srgbClr val="000000"/>
      </a:lt2>
      <a:accent1>
        <a:srgbClr val="00938E"/>
      </a:accent1>
      <a:accent2>
        <a:srgbClr val="3EB549"/>
      </a:accent2>
      <a:accent3>
        <a:srgbClr val="D81673"/>
      </a:accent3>
      <a:accent4>
        <a:srgbClr val="234493"/>
      </a:accent4>
      <a:accent5>
        <a:srgbClr val="ED2D28"/>
      </a:accent5>
      <a:accent6>
        <a:srgbClr val="F68B21"/>
      </a:accent6>
      <a:hlink>
        <a:srgbClr val="2AA7DF"/>
      </a:hlink>
      <a:folHlink>
        <a:srgbClr val="ACB2C2"/>
      </a:folHlink>
    </a:clrScheme>
    <a:fontScheme name="Cisco 2010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NetAcad_White_PPT_Template 05Oct12</Template>
  <TotalTime>2681</TotalTime>
  <Words>1296</Words>
  <Application>Microsoft Office PowerPoint</Application>
  <PresentationFormat>On-screen Show (4:3)</PresentationFormat>
  <Paragraphs>249</Paragraphs>
  <Slides>63</Slides>
  <Notes>47</Notes>
  <HiddenSlides>20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Ciscolight</vt:lpstr>
      <vt:lpstr>Courier New</vt:lpstr>
      <vt:lpstr>NetAcad_White_PPT_Template 05Oct12</vt:lpstr>
      <vt:lpstr>Chapter 8: Implementing Virtual Private Networks</vt:lpstr>
      <vt:lpstr>Chapter Outline</vt:lpstr>
      <vt:lpstr>Section 8.1: VPNs</vt:lpstr>
      <vt:lpstr>Topic 8.1.1: VPN Overview</vt:lpstr>
      <vt:lpstr>Introducing VPNs</vt:lpstr>
      <vt:lpstr>Layer 3 IPsec VPNs</vt:lpstr>
      <vt:lpstr>Topic 8.1.2: VPN Technologies</vt:lpstr>
      <vt:lpstr>Two Types of VPNs</vt:lpstr>
      <vt:lpstr>Components of Remote-Access VPNs</vt:lpstr>
      <vt:lpstr>Components of Site-to-Site VPNs</vt:lpstr>
      <vt:lpstr>Section 8.2: IPsec VPN Components and Operation</vt:lpstr>
      <vt:lpstr>Topic 8.2.1: Introducing IPsec</vt:lpstr>
      <vt:lpstr>IPsec Technologies</vt:lpstr>
      <vt:lpstr>Confidentiality</vt:lpstr>
      <vt:lpstr>Confidentiality (Cont.)</vt:lpstr>
      <vt:lpstr>Integrity</vt:lpstr>
      <vt:lpstr>Authentication</vt:lpstr>
      <vt:lpstr>Authentication (Cont.)</vt:lpstr>
      <vt:lpstr>Secure Key Exchange</vt:lpstr>
      <vt:lpstr>Topic 8.2.2: IPsec Protocols</vt:lpstr>
      <vt:lpstr>IPsec Protocol Overview</vt:lpstr>
      <vt:lpstr>Authentication Header</vt:lpstr>
      <vt:lpstr>Authentication Header (Cont.)</vt:lpstr>
      <vt:lpstr>ESP (Encapsulation Security Payload)</vt:lpstr>
      <vt:lpstr>ESP Encrypts and Authenticates</vt:lpstr>
      <vt:lpstr>Transport and Tunnel Modes</vt:lpstr>
      <vt:lpstr>Transport and Tunnel Modes (Cont.)</vt:lpstr>
      <vt:lpstr>Topic 8.2.3: Internet Key Exchange</vt:lpstr>
      <vt:lpstr>The IKE Protocol</vt:lpstr>
      <vt:lpstr>Phase 1 and 2 Key Negotiation</vt:lpstr>
      <vt:lpstr>Phase 2: Negotiating SAs</vt:lpstr>
      <vt:lpstr>Section 8.3: Implementing Site-to-Site IPsec VPNs with CLI</vt:lpstr>
      <vt:lpstr>Topic 8.3.1: Configuring a Site-to-Site IPsec VPN</vt:lpstr>
      <vt:lpstr>IPsec Negotiation</vt:lpstr>
      <vt:lpstr>IPsec Negotiation (Cont.)</vt:lpstr>
      <vt:lpstr>Site-to-Site IPsec VPN Topology</vt:lpstr>
      <vt:lpstr>IPsec VPN Configuration Tasks</vt:lpstr>
      <vt:lpstr>Existing ACL Configurations</vt:lpstr>
      <vt:lpstr>Existing ACL Configurations (Cont.)</vt:lpstr>
      <vt:lpstr>Introduction to GRE Tunnels</vt:lpstr>
      <vt:lpstr>Topic 8.3.2: ISAKMP Policy</vt:lpstr>
      <vt:lpstr>The Default ISAKMP Policies</vt:lpstr>
      <vt:lpstr>Syntax to Configure a New ISAKMP Policy</vt:lpstr>
      <vt:lpstr>XYZCORP ISAKMP Policy Configuration</vt:lpstr>
      <vt:lpstr>Configuring a Pre-Shared Key</vt:lpstr>
      <vt:lpstr>Configuring a Pre-Shared Key (Cont.)</vt:lpstr>
      <vt:lpstr>Topic 8.3.3: IPsec Policy</vt:lpstr>
      <vt:lpstr>Define Interesting Traffic</vt:lpstr>
      <vt:lpstr>Define Interesting Traffic (Cont.)</vt:lpstr>
      <vt:lpstr>Configure IPsec Transform Set</vt:lpstr>
      <vt:lpstr>Configure IPsec Transform Set (Cont.)</vt:lpstr>
      <vt:lpstr>Topic 8.3.4: Crypto Map</vt:lpstr>
      <vt:lpstr>Syntax to Configure a Crypto Map</vt:lpstr>
      <vt:lpstr>Syntax to Configure a Crypto Map (Cont.)</vt:lpstr>
      <vt:lpstr>XYZCORP Crypto Map Configuration</vt:lpstr>
      <vt:lpstr>XYZCORP Crypto Map Configuration (Cont.)</vt:lpstr>
      <vt:lpstr>Apply the Crypto Map</vt:lpstr>
      <vt:lpstr>Topic 8.3.5: IPsec VPN</vt:lpstr>
      <vt:lpstr>Send Interesting Traffic</vt:lpstr>
      <vt:lpstr>Verify ISAKMP and IPsec Tunnels</vt:lpstr>
      <vt:lpstr>Verify ISAKMP and IPsec Tunnels (Cont.)</vt:lpstr>
      <vt:lpstr>Section 8.4: Summary</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Relevant,  Surprising and Fresh: Cisco Brand</dc:title>
  <dc:creator>Melissa Gabriel</dc:creator>
  <cp:lastModifiedBy>Coelho Pedro (ITO2-PT)</cp:lastModifiedBy>
  <cp:revision>127</cp:revision>
  <dcterms:created xsi:type="dcterms:W3CDTF">2012-10-09T16:58:47Z</dcterms:created>
  <dcterms:modified xsi:type="dcterms:W3CDTF">2020-06-19T22:35:19Z</dcterms:modified>
</cp:coreProperties>
</file>